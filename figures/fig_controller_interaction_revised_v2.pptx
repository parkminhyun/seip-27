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f724ffd394fe3" /><Relationship Type="http://schemas.openxmlformats.org/officeDocument/2006/relationships/extended-properties" Target="/docProps/app.xml" Id="R41d6e5429b9844bc" /><Relationship Type="http://schemas.openxmlformats.org/officeDocument/2006/relationships/officeDocument" Target="/ppt/presentation.xml" Id="R49044326404543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f2901dbb794534"/>
  </p:sldMasterIdLst>
  <p:notesMasterIdLst>
    <p:notesMasterId xmlns:r="http://schemas.openxmlformats.org/officeDocument/2006/relationships" r:id="R2d058b8dbae145bc"/>
  </p:notesMasterIdLst>
  <p:sldIdLst>
    <p:sldId xmlns:r="http://schemas.openxmlformats.org/officeDocument/2006/relationships" id="256" r:id="R45c09ad216184077"/>
  </p:sldIdLst>
  <p:sldSz cx="10972800" cy="4718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af31fe0ed4d21" /><Relationship Type="http://schemas.openxmlformats.org/officeDocument/2006/relationships/slideMaster" Target="/ppt/slideMasters/slideMaster1.xml" Id="R13f2901dbb794534" /><Relationship Type="http://schemas.openxmlformats.org/officeDocument/2006/relationships/notesMaster" Target="/ppt/notesMasters/notesMaster1.xml" Id="R2d058b8dbae145bc" /><Relationship Type="http://schemas.openxmlformats.org/officeDocument/2006/relationships/presProps" Target="/ppt/presProps.xml" Id="Rac697370b8bb48da" /><Relationship Type="http://schemas.openxmlformats.org/officeDocument/2006/relationships/viewProps" Target="/ppt/viewProps.xml" Id="R47d6409ba54945a8" /><Relationship Type="http://schemas.openxmlformats.org/officeDocument/2006/relationships/tableStyles" Target="/ppt/tableStyles.xml" Id="Ra83d1c7bda0940b2" /><Relationship Type="http://schemas.openxmlformats.org/officeDocument/2006/relationships/slide" Target="/ppt/slides/slide1.xml" Id="R45c09ad21618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1477cf308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10fe8d75704c23" /><Relationship Type="http://schemas.openxmlformats.org/officeDocument/2006/relationships/notesMaster" Target="/ppt/notesMasters/notesMaster1.xml" Id="R454c2704febb48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e3bc6436c46f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b47b661508435a" /><Relationship Type="http://schemas.openxmlformats.org/officeDocument/2006/relationships/slideLayout" Target="/ppt/slideLayouts/slideLayout1.xml" Id="Rd9ac75270e3540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c75270e3540d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e0470d50c4e21" /><Relationship Type="http://schemas.openxmlformats.org/officeDocument/2006/relationships/image" Target="/ppt/media/image.png" Id="R824b7eb2aab84d68" /><Relationship Type="http://schemas.openxmlformats.org/officeDocument/2006/relationships/image" Target="/ppt/media/image2.png" Id="R85554425c3694019" /><Relationship Type="http://schemas.openxmlformats.org/officeDocument/2006/relationships/image" Target="/ppt/media/image3.png" Id="R0fb3edd159b44fcc" /><Relationship Type="http://schemas.openxmlformats.org/officeDocument/2006/relationships/image" Target="/ppt/media/image4.png" Id="Rd0598b6524574cf8" /><Relationship Type="http://schemas.openxmlformats.org/officeDocument/2006/relationships/notesSlide" Target="/ppt/notesSlides/notesSlide1.xml" Id="R8e9d71349c90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708C597-3717-4843-A1AD-A2C6176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4592"/>
            <a:ext cx="2395728" cy="1883664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B6C613-5457-4CF3-A353-6AF66F2E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4592"/>
            <a:ext cx="2395728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F69AE5-18C3-40C6-9A9E-CF9DE0A2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239572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AAE229A-117F-43D7-8EA4-0043E4E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75488"/>
            <a:ext cx="2395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B4AFFC-BA22-4D11-AD44-E4946A8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4592"/>
            <a:ext cx="23957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Parallel captures</a:t>
            </a:r>
            <a:endParaRPr sz="14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39588DD-2D0A-4896-8FF5-F25B24CE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4592"/>
            <a:ext cx="2633472" cy="1883664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187EEA9-45BB-4E29-938F-BE23C0EA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4592"/>
            <a:ext cx="2633472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D2E5ECB-D563-4745-8CBA-44EF3924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20040"/>
            <a:ext cx="2633472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0BA95A-6D61-4F3E-973C-9A31320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475488"/>
            <a:ext cx="263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1396D79-0A13-4E02-A6B6-EEC36B4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4592"/>
            <a:ext cx="2633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Pending Draft Sequences</a:t>
            </a:r>
            <a:endParaRPr sz="14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0AE8D0F-4259-4985-A599-F3C9D19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64592"/>
            <a:ext cx="4846320" cy="1883664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0DD1AC-3D58-448A-8C27-CE9296E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64592"/>
            <a:ext cx="484632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B04C79-045D-4C37-AA80-9A711454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20040"/>
            <a:ext cx="4846320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FACCBF-3B29-4002-B818-DBC2589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75488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E8504C-C4D0-43AF-A031-01045DF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64592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One active Draft Sequence</a:t>
            </a:r>
            <a:endParaRPr sz="14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FF062E7-963F-4279-BC16-5862B4C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08960"/>
            <a:ext cx="10424160" cy="73152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2668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E070AD4-5DB0-4737-B928-F792D7AE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19400"/>
            <a:ext cx="3200400" cy="289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3"/>
          </a:solidFill>
          <a:ln xmlns:a="http://schemas.openxmlformats.org/drawingml/2006/main" w="12668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49786E0-CA85-40B2-9E17-8598FA0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19400"/>
            <a:ext cx="320040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45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Budget-Aware Draft Controller</a:t>
            </a:r>
            <a:endParaRPr sz="14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1E05F7B-70B6-4082-8865-FBC3D60D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98" y="219456"/>
            <a:ext cx="566928" cy="201168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795">
            <a:solidFill>
              <a:srgbClr val="2476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59DD7C-72CD-4C07-8BB9-98368659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98" y="219456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Draft </a:t>
            </a:r>
            <a:r>
              <a:rPr sz="1050" b="1" i="1">
                <a:solidFill>
                  <a:srgbClr val="2476D2"/>
                </a:solidFill>
                <a:latin typeface="Arial"/>
                <a:ea typeface="Arial"/>
                <a:cs typeface="Arial"/>
              </a:rPr>
              <a:t>i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860A2E1-ED62-42C8-9CA3-7A320653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8952"/>
            <a:ext cx="1298448" cy="347472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16BF3E7-87FA-4715-9A96-FA095C1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8952"/>
            <a:ext cx="12984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2B1F7E9-48DA-4FDA-B273-A782E22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06424"/>
            <a:ext cx="1298448" cy="347472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0782EA0-3A30-4A8C-B558-3E7EC474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06424"/>
            <a:ext cx="12984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+1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C7B93B2-67A8-460A-A979-EF67840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72768"/>
            <a:ext cx="1298448" cy="347472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B8F62CF-01D8-47BC-BE3F-CBEF7E6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72768"/>
            <a:ext cx="12984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+2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E606E8E-3595-4B98-BC33-1049BC1C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932688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BA0A33E-86CA-4E48-BDE9-E620E96D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746504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2239103-021D-406C-A1AA-4C9A5D03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932688"/>
            <a:ext cx="0" cy="813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2BFAD81-EB86-4E1C-9EB6-828BCC9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280160"/>
            <a:ext cx="10789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49CF741-B189-4FA3-B9E2-393E0BD5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3444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3E"/>
          </a:solidFill>
          <a:ln xmlns:a="http://schemas.openxmlformats.org/drawingml/2006/main" w="635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0A2891B-5C5D-4C75-B29D-0A8780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914400"/>
            <a:ext cx="2340864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1F8"/>
          </a:solidFill>
          <a:ln xmlns:a="http://schemas.openxmlformats.org/drawingml/2006/main" w="1397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F6626D45-89C3-4781-8641-B2177DC0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069848"/>
            <a:ext cx="384048" cy="420624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2647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6F97C46-5473-42C3-8A64-0BFA05C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069848"/>
            <a:ext cx="813816" cy="420624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B7F5CB5-8930-46CC-8DA1-161F5C17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069848"/>
            <a:ext cx="8138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+2</a:t>
            </a:r>
            <a:endParaRPr sz="12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6DE57DF-A916-4359-9BAC-C3BC45E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1069848"/>
            <a:ext cx="813816" cy="420624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E721CFC-0484-441E-931B-316CD9F4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1069848"/>
            <a:ext cx="8138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+1</a:t>
            </a:r>
            <a:endParaRPr sz="12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8ACA8A7-7FA2-4C09-8970-4D99707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280160"/>
            <a:ext cx="676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080A74A-129F-4B94-ADB5-44AC8E66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530352"/>
            <a:ext cx="2029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Optional image processing</a:t>
            </a:r>
            <a:endParaRPr sz="120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C7FA2AD-4910-4255-AA80-E3BD62C4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786384"/>
            <a:ext cx="2029968" cy="987552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FF5FE"/>
          </a:solidFill>
          <a:ln xmlns:a="http://schemas.openxmlformats.org/drawingml/2006/main" w="13335">
            <a:solidFill>
              <a:srgbClr val="2476D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b7eb2aab8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08" y="91440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B1D5CF20-C351-4FA2-B7F2-2FC56A4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2801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9EF41727-C90D-41DB-AF32-DF0CF304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914400"/>
            <a:ext cx="731520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2595ACAC-5372-4C34-B3C5-ABCC6CCF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91" y="1119226"/>
            <a:ext cx="219456" cy="351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700">
            <a:solidFill>
              <a:srgbClr val="F1F4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196F7AAB-9F93-4949-A910-20B32F0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547" y="1119226"/>
            <a:ext cx="219456" cy="351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E"/>
          </a:solidFill>
          <a:ln xmlns:a="http://schemas.openxmlformats.org/drawingml/2006/main" w="12700">
            <a:solidFill>
              <a:srgbClr val="EFF5FE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75FBB665-42D4-493D-9B82-DB2713D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298" y="1170432"/>
            <a:ext cx="58522" cy="58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CB5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hape 48">
            <a:extLst xmlns:a="http://schemas.openxmlformats.org/drawingml/2006/main">
              <a:ext uri="{FF2B5EF4-FFF2-40B4-BE49-F238E27FC236}">
                <a16:creationId xmlns:a16="http://schemas.microsoft.com/office/drawing/2014/main" id="{7D5C71CE-7C95-47EF-84C4-1218A7C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316736"/>
            <a:ext cx="190195" cy="1097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A83AC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35B823E7-D2A2-418B-AEAD-CB31FF57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286" y="1250899"/>
            <a:ext cx="204826" cy="1755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05F8E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15BD275B-BC4D-4A27-8166-43EE8FC1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547" y="1119226"/>
            <a:ext cx="0" cy="351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371D73B1-03C3-4737-B2FC-705AB89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91" y="1119226"/>
            <a:ext cx="438912" cy="35113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8C0428F2-1006-46A0-A26E-4CFBDFF8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373" y="980237"/>
            <a:ext cx="131674" cy="131674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2476D2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75EB89BE-1988-4C8A-8B05-2BD7AAA1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2801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hape 54">
            <a:extLst xmlns:a="http://schemas.openxmlformats.org/drawingml/2006/main">
              <a:ext uri="{FF2B5EF4-FFF2-40B4-BE49-F238E27FC236}">
                <a16:creationId xmlns:a16="http://schemas.microsoft.com/office/drawing/2014/main" id="{6E1D1DE4-24C7-4A4B-B007-98A41BE4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914400"/>
            <a:ext cx="731520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Shape 55">
            <a:extLst xmlns:a="http://schemas.openxmlformats.org/drawingml/2006/main">
              <a:ext uri="{FF2B5EF4-FFF2-40B4-BE49-F238E27FC236}">
                <a16:creationId xmlns:a16="http://schemas.microsoft.com/office/drawing/2014/main" id="{AEBDFA78-A7FD-48B0-8657-9D3D7E4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990" y="1046074"/>
            <a:ext cx="409651" cy="409651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4233E"/>
          </a:solidFill>
          <a:ln xmlns:a="http://schemas.openxmlformats.org/drawingml/2006/main" w="1270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hape 56">
            <a:extLst xmlns:a="http://schemas.openxmlformats.org/drawingml/2006/main">
              <a:ext uri="{FF2B5EF4-FFF2-40B4-BE49-F238E27FC236}">
                <a16:creationId xmlns:a16="http://schemas.microsoft.com/office/drawing/2014/main" id="{94091AB2-B43C-4EAF-A08C-472D764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27" y="1221638"/>
            <a:ext cx="65837" cy="658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E75C337D-B31B-4FEB-93C1-F8347BFA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582" y="1221638"/>
            <a:ext cx="65837" cy="658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6D2"/>
          </a:solidFill>
          <a:ln xmlns:a="http://schemas.openxmlformats.org/drawingml/2006/main" w="12700">
            <a:solidFill>
              <a:srgbClr val="2476D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hape 58">
            <a:extLst xmlns:a="http://schemas.openxmlformats.org/drawingml/2006/main">
              <a:ext uri="{FF2B5EF4-FFF2-40B4-BE49-F238E27FC236}">
                <a16:creationId xmlns:a16="http://schemas.microsoft.com/office/drawing/2014/main" id="{A5A9D13A-0EC6-427E-BEFA-9EFDAFE8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338" y="1221638"/>
            <a:ext cx="65837" cy="658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Text 59">
            <a:extLst xmlns:a="http://schemas.openxmlformats.org/drawingml/2006/main">
              <a:ext uri="{FF2B5EF4-FFF2-40B4-BE49-F238E27FC236}">
                <a16:creationId xmlns:a16="http://schemas.microsoft.com/office/drawing/2014/main" id="{708C7083-7E41-4DDC-9932-190B8B99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810512"/>
            <a:ext cx="14264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Encoding &amp; saving</a:t>
            </a:r>
            <a:endParaRPr sz="1200"/>
          </a:p>
        </p:txBody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6F4705AF-13F2-4A17-8D7C-94F49A8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280160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54425c369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4352" y="91440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62A020AE-C8BA-474F-BF80-2290D36F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10512"/>
            <a:ext cx="87782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image</a:t>
            </a:r>
            <a:endParaRPr sz="1200"/>
          </a:p>
        </p:txBody>
      </p:sp>
      <p:sp>
        <p:nvSpPr>
          <p:cNvPr id="66" name="Shape 62">
            <a:extLst xmlns:a="http://schemas.openxmlformats.org/drawingml/2006/main">
              <a:ext uri="{FF2B5EF4-FFF2-40B4-BE49-F238E27FC236}">
                <a16:creationId xmlns:a16="http://schemas.microsoft.com/office/drawing/2014/main" id="{00497630-EB6D-4879-B4D6-1889AA7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017520" cy="54864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605">
            <a:solidFill>
              <a:srgbClr val="E56E2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3edd159b44f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3264408"/>
            <a:ext cx="420624" cy="420624"/>
          </a:xfrm>
          <a:prstGeom xmlns:a="http://schemas.openxmlformats.org/drawingml/2006/main" prst="rect">
            <a:avLst/>
          </a:prstGeom>
        </p:spPr>
      </p:pic>
      <p:sp>
        <p:nvSpPr>
          <p:cNvPr id="68" name="Text 63">
            <a:extLst xmlns:a="http://schemas.openxmlformats.org/drawingml/2006/main">
              <a:ext uri="{FF2B5EF4-FFF2-40B4-BE49-F238E27FC236}">
                <a16:creationId xmlns:a16="http://schemas.microsoft.com/office/drawing/2014/main" id="{ACAB98B4-61C9-4CA7-BC9F-83F24892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200400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Capture-Availability Pacing</a:t>
            </a:r>
            <a:endParaRPr sz="1200"/>
          </a:p>
        </p:txBody>
      </p:sp>
      <p:sp>
        <p:nvSpPr>
          <p:cNvPr id="70" name="Shape 65">
            <a:extLst xmlns:a="http://schemas.openxmlformats.org/drawingml/2006/main">
              <a:ext uri="{FF2B5EF4-FFF2-40B4-BE49-F238E27FC236}">
                <a16:creationId xmlns:a16="http://schemas.microsoft.com/office/drawing/2014/main" id="{A3A41496-6450-41F0-9147-37F62F38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00400"/>
            <a:ext cx="3017520" cy="54864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605">
            <a:solidFill>
              <a:srgbClr val="2476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98b652457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0" y="3264408"/>
            <a:ext cx="420624" cy="420624"/>
          </a:xfrm>
          <a:prstGeom xmlns:a="http://schemas.openxmlformats.org/drawingml/2006/main" prst="rect">
            <a:avLst/>
          </a:prstGeom>
        </p:spPr>
      </p:pic>
      <p:sp>
        <p:nvSpPr>
          <p:cNvPr id="72" name="Text 66">
            <a:extLst xmlns:a="http://schemas.openxmlformats.org/drawingml/2006/main">
              <a:ext uri="{FF2B5EF4-FFF2-40B4-BE49-F238E27FC236}">
                <a16:creationId xmlns:a16="http://schemas.microsoft.com/office/drawing/2014/main" id="{7EEFA6E6-ED72-44E3-B172-E22FF6B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00400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Remaining-Sequence Admission</a:t>
            </a:r>
            <a:endParaRPr sz="1200"/>
          </a:p>
        </p:txBody>
      </p:sp>
      <p:sp>
        <p:nvSpPr>
          <p:cNvPr id="74" name="Shape 68">
            <a:extLst xmlns:a="http://schemas.openxmlformats.org/drawingml/2006/main">
              <a:ext uri="{FF2B5EF4-FFF2-40B4-BE49-F238E27FC236}">
                <a16:creationId xmlns:a16="http://schemas.microsoft.com/office/drawing/2014/main" id="{E7AA4324-B61A-4029-B927-8B29634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200400"/>
            <a:ext cx="301752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605">
            <a:solidFill>
              <a:srgbClr val="5264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Shape 69">
            <a:extLst xmlns:a="http://schemas.openxmlformats.org/drawingml/2006/main">
              <a:ext uri="{FF2B5EF4-FFF2-40B4-BE49-F238E27FC236}">
                <a16:creationId xmlns:a16="http://schemas.microsoft.com/office/drawing/2014/main" id="{E19EFAAB-3134-4002-994B-AC5220FE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236" y="3321844"/>
            <a:ext cx="305753" cy="3057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Shape 70">
            <a:extLst xmlns:a="http://schemas.openxmlformats.org/drawingml/2006/main">
              <a:ext uri="{FF2B5EF4-FFF2-40B4-BE49-F238E27FC236}">
                <a16:creationId xmlns:a16="http://schemas.microsoft.com/office/drawing/2014/main" id="{9D356B60-9495-41FD-AECF-A2FF55BA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205954" y="3405950"/>
            <a:ext cx="31814" cy="18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Shape 71">
            <a:extLst xmlns:a="http://schemas.openxmlformats.org/drawingml/2006/main">
              <a:ext uri="{FF2B5EF4-FFF2-40B4-BE49-F238E27FC236}">
                <a16:creationId xmlns:a16="http://schemas.microsoft.com/office/drawing/2014/main" id="{C51CDBDD-D721-4F85-8D95-7598BB29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25112" y="3337084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Shape 72">
            <a:extLst xmlns:a="http://schemas.openxmlformats.org/drawingml/2006/main">
              <a:ext uri="{FF2B5EF4-FFF2-40B4-BE49-F238E27FC236}">
                <a16:creationId xmlns:a16="http://schemas.microsoft.com/office/drawing/2014/main" id="{4AE8A0BE-0D28-461D-9ED7-4C8A9EAF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12456" y="3405950"/>
            <a:ext cx="31814" cy="18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Shape 73">
            <a:extLst xmlns:a="http://schemas.openxmlformats.org/drawingml/2006/main">
              <a:ext uri="{FF2B5EF4-FFF2-40B4-BE49-F238E27FC236}">
                <a16:creationId xmlns:a16="http://schemas.microsoft.com/office/drawing/2014/main" id="{276721E1-B9BC-4B9A-841C-25A32BBC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25112" y="3378803"/>
            <a:ext cx="59912" cy="95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E56E2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hape 74">
            <a:extLst xmlns:a="http://schemas.openxmlformats.org/drawingml/2006/main">
              <a:ext uri="{FF2B5EF4-FFF2-40B4-BE49-F238E27FC236}">
                <a16:creationId xmlns:a16="http://schemas.microsoft.com/office/drawing/2014/main" id="{762EE28F-0A8C-4ED2-8384-BE606D7B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967" y="3455575"/>
            <a:ext cx="38195" cy="38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3E"/>
          </a:solidFill>
          <a:ln xmlns:a="http://schemas.openxmlformats.org/drawingml/2006/main" w="635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Text 75">
            <a:extLst xmlns:a="http://schemas.openxmlformats.org/drawingml/2006/main">
              <a:ext uri="{FF2B5EF4-FFF2-40B4-BE49-F238E27FC236}">
                <a16:creationId xmlns:a16="http://schemas.microsoft.com/office/drawing/2014/main" id="{87B742BD-17F5-407C-8817-54D1700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200400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Workload Model &amp; Online
Duration Estimates</a:t>
            </a:r>
            <a:endParaRPr sz="1200"/>
          </a:p>
        </p:txBody>
      </p:sp>
      <p:sp>
        <p:nvSpPr>
          <p:cNvPr id="82" name="Shape 76">
            <a:extLst xmlns:a="http://schemas.openxmlformats.org/drawingml/2006/main">
              <a:ext uri="{FF2B5EF4-FFF2-40B4-BE49-F238E27FC236}">
                <a16:creationId xmlns:a16="http://schemas.microsoft.com/office/drawing/2014/main" id="{39A6D061-8885-4CA1-B69E-F47F8612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03320" y="347472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E56E2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Shape 77">
            <a:extLst xmlns:a="http://schemas.openxmlformats.org/drawingml/2006/main">
              <a:ext uri="{FF2B5EF4-FFF2-40B4-BE49-F238E27FC236}">
                <a16:creationId xmlns:a16="http://schemas.microsoft.com/office/drawing/2014/main" id="{24DDDDE4-C122-401B-9D64-D61825E7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95160" y="347472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Shape 78">
            <a:extLst xmlns:a="http://schemas.openxmlformats.org/drawingml/2006/main">
              <a:ext uri="{FF2B5EF4-FFF2-40B4-BE49-F238E27FC236}">
                <a16:creationId xmlns:a16="http://schemas.microsoft.com/office/drawing/2014/main" id="{D2A2A982-18CE-447A-957F-218D7090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1248" y="1453896"/>
            <a:ext cx="0" cy="1655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E56E2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Text 79">
            <a:extLst xmlns:a="http://schemas.openxmlformats.org/drawingml/2006/main">
              <a:ext uri="{FF2B5EF4-FFF2-40B4-BE49-F238E27FC236}">
                <a16:creationId xmlns:a16="http://schemas.microsoft.com/office/drawing/2014/main" id="{5A913204-1A06-4898-90A6-F3F73B8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26771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6E2E"/>
                </a:solidFill>
                <a:latin typeface="Arial"/>
                <a:ea typeface="Arial"/>
                <a:cs typeface="Arial"/>
              </a:rPr>
              <a:t>decideDelay  →  delay</a:t>
            </a:r>
            <a:endParaRPr sz="1200"/>
          </a:p>
        </p:txBody>
      </p:sp>
      <p:sp>
        <p:nvSpPr>
          <p:cNvPr id="87" name="Shape 81">
            <a:extLst xmlns:a="http://schemas.openxmlformats.org/drawingml/2006/main">
              <a:ext uri="{FF2B5EF4-FFF2-40B4-BE49-F238E27FC236}">
                <a16:creationId xmlns:a16="http://schemas.microsoft.com/office/drawing/2014/main" id="{9DE632DC-E457-4467-BD15-E74B0513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4440" y="1920240"/>
            <a:ext cx="0" cy="1188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E56E2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Shape 84">
            <a:extLst xmlns:a="http://schemas.openxmlformats.org/drawingml/2006/main">
              <a:ext uri="{FF2B5EF4-FFF2-40B4-BE49-F238E27FC236}">
                <a16:creationId xmlns:a16="http://schemas.microsoft.com/office/drawing/2014/main" id="{70AE5EC7-45B5-4D5D-BEA0-545D689A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8936" y="1773936"/>
            <a:ext cx="0" cy="1335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Text 85">
            <a:extLst xmlns:a="http://schemas.openxmlformats.org/drawingml/2006/main">
              <a:ext uri="{FF2B5EF4-FFF2-40B4-BE49-F238E27FC236}">
                <a16:creationId xmlns:a16="http://schemas.microsoft.com/office/drawing/2014/main" id="{A2A67D77-2F58-4C17-8A51-A5AC170E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12848"/>
            <a:ext cx="12984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76D2"/>
                </a:solidFill>
                <a:latin typeface="Arial"/>
                <a:ea typeface="Arial"/>
                <a:cs typeface="Arial"/>
              </a:rPr>
              <a:t>decideAdmission</a:t>
            </a:r>
            <a:endParaRPr sz="1200"/>
          </a:p>
        </p:txBody>
      </p:sp>
      <p:sp>
        <p:nvSpPr>
          <p:cNvPr id="95" name="Shape 89">
            <a:extLst xmlns:a="http://schemas.openxmlformats.org/drawingml/2006/main">
              <a:ext uri="{FF2B5EF4-FFF2-40B4-BE49-F238E27FC236}">
                <a16:creationId xmlns:a16="http://schemas.microsoft.com/office/drawing/2014/main" id="{D37EF005-102C-41E8-B61F-CCE2E50B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63840" y="1773936"/>
            <a:ext cx="0" cy="1335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Text 90">
            <a:extLst xmlns:a="http://schemas.openxmlformats.org/drawingml/2006/main">
              <a:ext uri="{FF2B5EF4-FFF2-40B4-BE49-F238E27FC236}">
                <a16:creationId xmlns:a16="http://schemas.microsoft.com/office/drawing/2014/main" id="{C80CE1AA-C4F7-4A64-A8C3-A6985132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41401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76D2"/>
                </a:solidFill>
                <a:latin typeface="Arial"/>
                <a:ea typeface="Arial"/>
                <a:cs typeface="Arial"/>
              </a:rPr>
              <a:t>admit or skip</a:t>
            </a:r>
            <a:endParaRPr sz="1200"/>
          </a:p>
        </p:txBody>
      </p:sp>
      <p:sp>
        <p:nvSpPr>
          <p:cNvPr id="98" name="Shape 92">
            <a:extLst xmlns:a="http://schemas.openxmlformats.org/drawingml/2006/main">
              <a:ext uri="{FF2B5EF4-FFF2-40B4-BE49-F238E27FC236}">
                <a16:creationId xmlns:a16="http://schemas.microsoft.com/office/drawing/2014/main" id="{9FBCD56F-E6F6-4996-9D0F-2B9CD78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128016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9" name="Shape 93">
            <a:extLst xmlns:a="http://schemas.openxmlformats.org/drawingml/2006/main">
              <a:ext uri="{FF2B5EF4-FFF2-40B4-BE49-F238E27FC236}">
                <a16:creationId xmlns:a16="http://schemas.microsoft.com/office/drawing/2014/main" id="{B9997C3C-F11F-4394-928B-EBC592C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33888" y="1280160"/>
            <a:ext cx="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Text 95">
            <a:extLst xmlns:a="http://schemas.openxmlformats.org/drawingml/2006/main">
              <a:ext uri="{FF2B5EF4-FFF2-40B4-BE49-F238E27FC236}">
                <a16:creationId xmlns:a16="http://schemas.microsoft.com/office/drawing/2014/main" id="{5D664695-A050-4AC3-B595-68061767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212848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477"/>
                </a:solidFill>
                <a:latin typeface="Arial"/>
                <a:ea typeface="Arial"/>
                <a:cs typeface="Arial"/>
              </a:rPr>
              <a:t>measured Draft</a:t>
            </a:r>
            <a:endParaRPr sz="1200"/>
          </a:p>
        </p:txBody>
      </p:sp>
      <p:sp>
        <p:nvSpPr>
          <p:cNvPr id="102" name="Text 96">
            <a:extLst xmlns:a="http://schemas.openxmlformats.org/drawingml/2006/main">
              <a:ext uri="{FF2B5EF4-FFF2-40B4-BE49-F238E27FC236}">
                <a16:creationId xmlns:a16="http://schemas.microsoft.com/office/drawing/2014/main" id="{0511E0A3-412D-410A-B243-55416B1D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414016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477"/>
                </a:solidFill>
                <a:latin typeface="Arial"/>
                <a:ea typeface="Arial"/>
                <a:cs typeface="Arial"/>
              </a:rPr>
              <a:t>Sequence duration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480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2026-08-11T11:18:04.9540000Z</dcterms:created>
  <dcterms:modified xsi:type="dcterms:W3CDTF">2026-08-11T11:18:04.9540000Z</dcterms:modified>
</coreProperties>
</file>