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media/image1.png" ContentType="image/png"/>
  <Override PartName="/ppt/media/image2.png" ContentType="image/png"/>
  <Override PartName="/ppt/media/image3.jpeg" ContentType="image/jpeg"/>
  <Override PartName="/ppt/media/image4.jpeg" ContentType="image/jpe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</p:sldIdLst>
  <p:sldSz cx="9144000" cy="6858000"/>
  <p:notesSz cx="9874250" cy="6797675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2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2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2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7ACE545-A031-4055-B92C-67D15C00DA6C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3238560" y="509760"/>
            <a:ext cx="3396600" cy="254880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1314360" y="3228840"/>
            <a:ext cx="7244640" cy="3058560"/>
          </a:xfrm>
          <a:prstGeom prst="rect">
            <a:avLst/>
          </a:prstGeom>
          <a:noFill/>
          <a:ln w="0">
            <a:noFill/>
          </a:ln>
        </p:spPr>
        <p:txBody>
          <a:bodyPr lIns="95400" rIns="95400" tIns="47880" bIns="4788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25"/>
          </p:nvPr>
        </p:nvSpPr>
        <p:spPr>
          <a:xfrm>
            <a:off x="5594400" y="6458040"/>
            <a:ext cx="4279320" cy="3391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5400" rIns="95400" tIns="47880" bIns="47880" anchor="b">
            <a:noAutofit/>
          </a:bodyPr>
          <a:lstStyle>
            <a:lvl1pPr indent="0" algn="r" defTabSz="955800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Arial Narrow"/>
              </a:defRPr>
            </a:lvl1pPr>
          </a:lstStyle>
          <a:p>
            <a:pPr indent="0" algn="r" defTabSz="955800">
              <a:lnSpc>
                <a:spcPct val="100000"/>
              </a:lnSpc>
              <a:buNone/>
              <a:tabLst>
                <a:tab algn="l" pos="0"/>
              </a:tabLst>
            </a:pPr>
            <a:fld id="{03F0BF67-6C67-4AD4-A53E-1BE11BE8D2A5}" type="slidenum">
              <a:rPr b="0" lang="en-US" sz="1400" spc="-1" strike="noStrike">
                <a:solidFill>
                  <a:srgbClr val="000000"/>
                </a:solidFill>
                <a:latin typeface="Arial Narrow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66403610-E643-4258-8DE1-7C0FF5FF02B0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8164E4-0D36-46D5-8F00-514825883AE3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D82753F-D6CA-49C0-BCB5-564975C171D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58840" y="1295280"/>
            <a:ext cx="8676720" cy="516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AEEA0C8B-2E3A-4FED-B123-A88817460EF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BAB2F1DD-14C6-46AC-9814-B55541CC522E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58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704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4F27CE54-5BA1-4200-9E7D-4C061247FFA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F1A1DCDD-CD0C-4583-8A6C-8EB05A50A3C3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F992063C-D35E-4D67-A5CF-3A9543DEF3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F5BE0759-B20F-4BD8-8EAF-B09485D0A38A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BF6B8CDF-CDE5-4793-97EE-62FAE33F0F9B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312F0F3D-440F-45E7-A268-D6EC4ECD5A1F}" type="slidenum">
              <a:t>&lt;#&gt;</a:t>
            </a:fld>
          </a:p>
        </p:txBody>
      </p:sp>
      <p:sp>
        <p:nvSpPr>
          <p:cNvPr id="3" name="PlaceHolder 2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png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2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" name="TextBox 1"/>
          <p:cNvSpPr/>
          <p:nvPr/>
        </p:nvSpPr>
        <p:spPr>
          <a:xfrm>
            <a:off x="7236000" y="196920"/>
            <a:ext cx="19090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ts val="901"/>
              </a:lnSpc>
            </a:pPr>
            <a:r>
              <a:rPr b="1" lang="en-US" sz="1000" spc="-1" strike="noStrike">
                <a:solidFill>
                  <a:schemeClr val="lt1"/>
                </a:solidFill>
                <a:latin typeface="Arial Black"/>
                <a:ea typeface="맑은 고딕"/>
              </a:rPr>
              <a:t>Global Ph.D. Fellowship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" name="개체 2"/>
          <p:cNvGraphicFramePr/>
          <p:nvPr/>
        </p:nvGraphicFramePr>
        <p:xfrm>
          <a:off x="0" y="49320"/>
          <a:ext cx="9143280" cy="201060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5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20106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" name="TextBox 3"/>
          <p:cNvSpPr/>
          <p:nvPr/>
        </p:nvSpPr>
        <p:spPr>
          <a:xfrm>
            <a:off x="6679800" y="291960"/>
            <a:ext cx="22824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>
              <a:lnSpc>
                <a:spcPct val="100000"/>
              </a:lnSpc>
            </a:pPr>
            <a:r>
              <a:rPr b="1" lang="en-US" sz="2000" spc="-1" strike="noStrike">
                <a:solidFill>
                  <a:schemeClr val="lt1"/>
                </a:solidFill>
                <a:latin typeface="Arial Black"/>
                <a:ea typeface="굴림"/>
              </a:rPr>
              <a:t>DMC Conference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sldNum" idx="1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5E5D822-4961-4A0D-AA91-32A907F5F742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1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2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0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11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2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3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14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5" name="PlaceHolder 1"/>
          <p:cNvSpPr>
            <a:spLocks noGrp="1"/>
          </p:cNvSpPr>
          <p:nvPr>
            <p:ph type="sldNum" idx="3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FF39558-62A7-45B2-A4B3-CEB7843B7D83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dt" idx="4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1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19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2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22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3" name="PlaceHolder 1"/>
          <p:cNvSpPr>
            <a:spLocks noGrp="1"/>
          </p:cNvSpPr>
          <p:nvPr>
            <p:ph type="sldNum" idx="5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92F6CFFD-7037-4E53-AD27-C23764812900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dt" idx="6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2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27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29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30" name="TextBox 4"/>
          <p:cNvSpPr/>
          <p:nvPr/>
        </p:nvSpPr>
        <p:spPr>
          <a:xfrm>
            <a:off x="7236000" y="196920"/>
            <a:ext cx="1909080" cy="20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ts val="901"/>
              </a:lnSpc>
            </a:pPr>
            <a:r>
              <a:rPr b="1" lang="en-US" sz="1000" spc="-1" strike="noStrike">
                <a:solidFill>
                  <a:schemeClr val="lt1"/>
                </a:solidFill>
                <a:latin typeface="Arial Black"/>
                <a:ea typeface="맑은 고딕"/>
              </a:rPr>
              <a:t>DMC conference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타원 5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258840" y="1295280"/>
            <a:ext cx="8676720" cy="516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sldNum" idx="7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B53C2D2-56AC-462C-B7C5-357E0725EBB2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6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3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39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0" name="타원 3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42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3" name="PlaceHolder 1"/>
          <p:cNvSpPr>
            <a:spLocks noGrp="1"/>
          </p:cNvSpPr>
          <p:nvPr>
            <p:ph type="sldNum" idx="8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2D90326-0EB7-40B9-8234-B0EB8C632EFA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9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6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47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48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49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50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25884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705200" y="1295280"/>
            <a:ext cx="4233960" cy="5169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10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5D8FBD7-3170-4297-B545-BE5AB12D0676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dt" idx="11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6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0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61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2" name="타원 6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3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64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65" name="PlaceHolder 1"/>
          <p:cNvSpPr>
            <a:spLocks noGrp="1"/>
          </p:cNvSpPr>
          <p:nvPr>
            <p:ph type="sldNum" idx="12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A5D896C-FCC6-419B-97D8-2B66C44DF4FE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13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6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6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69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0" name="타원 2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71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72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71440" y="203040"/>
            <a:ext cx="6857280" cy="7866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sldNum" idx="14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ADC9185-BFEC-4F90-93F7-210D0A1C870F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dt" idx="15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6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78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79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0" name="타원 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1" name="개체 8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82" name="개체 8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3" name="PlaceHolder 1"/>
          <p:cNvSpPr>
            <a:spLocks noGrp="1"/>
          </p:cNvSpPr>
          <p:nvPr>
            <p:ph type="sldNum" idx="16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43271B4-03DD-459E-B5CA-88573108510F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dt" idx="17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6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6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87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8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89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90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1" name="PlaceHolder 1"/>
          <p:cNvSpPr>
            <a:spLocks noGrp="1"/>
          </p:cNvSpPr>
          <p:nvPr>
            <p:ph type="sldNum" idx="18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62869E2-7E69-4D91-9EF1-F53E5AFDF083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dt" idx="19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6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타원 3" hidden="1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94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2" spid="">
              <p:embed/>
              <p:pic>
                <p:nvPicPr>
                  <p:cNvPr id="95" name="개체 2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타원 4"/>
          <p:cNvSpPr/>
          <p:nvPr/>
        </p:nvSpPr>
        <p:spPr>
          <a:xfrm>
            <a:off x="8469360" y="6275520"/>
            <a:ext cx="504000" cy="504000"/>
          </a:xfrm>
          <a:prstGeom prst="ellipse">
            <a:avLst/>
          </a:prstGeom>
          <a:solidFill>
            <a:srgbClr val="0070c0"/>
          </a:solidFill>
          <a:ln w="92075">
            <a:solidFill>
              <a:srgbClr val="b9cde5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맑은 고딕"/>
              <a:ea typeface="굴림"/>
            </a:endParaRPr>
          </a:p>
        </p:txBody>
      </p:sp>
      <p:graphicFrame>
        <p:nvGraphicFramePr>
          <p:cNvPr id="97" name="개체 2"/>
          <p:cNvGraphicFramePr/>
          <p:nvPr/>
        </p:nvGraphicFramePr>
        <p:xfrm>
          <a:off x="0" y="49320"/>
          <a:ext cx="9143280" cy="1065960"/>
        </p:xfrm>
        <a:graphic>
          <a:graphicData uri="http://schemas.openxmlformats.org/presentationml/2006/ole">
            <p:oleObj progId="Photoshop.Image.7" r:id="rId4" spid="">
              <p:embed/>
              <p:pic>
                <p:nvPicPr>
                  <p:cNvPr id="98" name="개체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0" y="49320"/>
                    <a:ext cx="9143280" cy="10659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9" name="PlaceHolder 1"/>
          <p:cNvSpPr>
            <a:spLocks noGrp="1"/>
          </p:cNvSpPr>
          <p:nvPr>
            <p:ph type="sldNum" idx="20"/>
          </p:nvPr>
        </p:nvSpPr>
        <p:spPr>
          <a:xfrm>
            <a:off x="8391600" y="6264360"/>
            <a:ext cx="683640" cy="430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n-US" sz="2000" spc="-1" strike="noStrike">
                <a:solidFill>
                  <a:srgbClr val="ffffff"/>
                </a:solidFill>
                <a:latin typeface="Arial"/>
                <a:ea typeface="굴림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EF21653-5C79-4174-8DDF-E17ACF4D8337}" type="slidenum">
              <a:rPr b="1" lang="en-US" sz="2000" spc="-1" strike="noStrike">
                <a:solidFill>
                  <a:srgbClr val="ffffff"/>
                </a:solidFill>
                <a:latin typeface="Arial"/>
                <a:ea typeface="굴림"/>
              </a:rPr>
              <a:t>&lt;number&gt;</a:t>
            </a:fld>
            <a:endParaRPr b="0" lang="en-US" sz="2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dt" idx="21"/>
          </p:nvPr>
        </p:nvSpPr>
        <p:spPr>
          <a:xfrm>
            <a:off x="5334120" y="6383160"/>
            <a:ext cx="2129760" cy="474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직사각형 10"/>
          <p:cNvSpPr/>
          <p:nvPr/>
        </p:nvSpPr>
        <p:spPr>
          <a:xfrm>
            <a:off x="1916640" y="3411720"/>
            <a:ext cx="3023640" cy="3762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Draft Sequence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08" name="직선 화살표 연결선 12"/>
          <p:cNvCxnSpPr>
            <a:stCxn id="107" idx="3"/>
          </p:cNvCxnSpPr>
          <p:nvPr/>
        </p:nvCxnSpPr>
        <p:spPr>
          <a:xfrm>
            <a:off x="4940280" y="3599640"/>
            <a:ext cx="513720" cy="18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09" name="직선 화살표 연결선 15"/>
          <p:cNvCxnSpPr>
            <a:endCxn id="107" idx="1"/>
          </p:cNvCxnSpPr>
          <p:nvPr/>
        </p:nvCxnSpPr>
        <p:spPr>
          <a:xfrm flipV="1">
            <a:off x="1038600" y="3599640"/>
            <a:ext cx="878400" cy="72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10" name="직사각형 27"/>
          <p:cNvSpPr/>
          <p:nvPr/>
        </p:nvSpPr>
        <p:spPr>
          <a:xfrm>
            <a:off x="1916640" y="5101560"/>
            <a:ext cx="4852800" cy="376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0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  <a:ea typeface="Calibri"/>
              </a:rPr>
              <a:t>Post-processing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Picture 2" descr="Photos Icon SVG Vector &amp; PNG Free Download | UXWing"/>
          <p:cNvPicPr/>
          <p:nvPr/>
        </p:nvPicPr>
        <p:blipFill>
          <a:blip r:embed="rId1"/>
          <a:stretch/>
        </p:blipFill>
        <p:spPr>
          <a:xfrm>
            <a:off x="921600" y="4292640"/>
            <a:ext cx="400320" cy="321840"/>
          </a:xfrm>
          <a:prstGeom prst="rect">
            <a:avLst/>
          </a:prstGeom>
          <a:ln w="0">
            <a:noFill/>
          </a:ln>
        </p:spPr>
      </p:pic>
      <p:cxnSp>
        <p:nvCxnSpPr>
          <p:cNvPr id="112" name="직선 화살표 연결선 53"/>
          <p:cNvCxnSpPr>
            <a:stCxn id="110" idx="3"/>
          </p:cNvCxnSpPr>
          <p:nvPr/>
        </p:nvCxnSpPr>
        <p:spPr>
          <a:xfrm flipV="1">
            <a:off x="6769440" y="5286600"/>
            <a:ext cx="351720" cy="32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113" name="그림 18438" descr="Draft image from the same capture."/>
          <p:cNvPicPr/>
          <p:nvPr/>
        </p:nvPicPr>
        <p:blipFill>
          <a:blip r:embed="rId2"/>
          <a:stretch/>
        </p:blipFill>
        <p:spPr>
          <a:xfrm>
            <a:off x="5535360" y="3024720"/>
            <a:ext cx="1151640" cy="1151640"/>
          </a:xfrm>
          <a:prstGeom prst="rect">
            <a:avLst/>
          </a:prstGeom>
          <a:ln w="0">
            <a:noFill/>
          </a:ln>
        </p:spPr>
      </p:pic>
      <p:pic>
        <p:nvPicPr>
          <p:cNvPr id="114" name="그림 18440" descr="Final image from the same capture."/>
          <p:cNvPicPr/>
          <p:nvPr/>
        </p:nvPicPr>
        <p:blipFill>
          <a:blip r:embed="rId3"/>
          <a:stretch/>
        </p:blipFill>
        <p:spPr>
          <a:xfrm>
            <a:off x="7245000" y="4710600"/>
            <a:ext cx="1151640" cy="1151640"/>
          </a:xfrm>
          <a:prstGeom prst="rect">
            <a:avLst/>
          </a:prstGeom>
          <a:ln w="0">
            <a:noFill/>
          </a:ln>
        </p:spPr>
      </p:pic>
      <p:pic>
        <p:nvPicPr>
          <p:cNvPr id="115" name="그림 18456" descr="The image features a camera icon with a prominent yellow circle, symbolizing the shutter mechanism.&#10;&#10;AI 생성 콘텐츠는 정확하지 않을 수 있습니다."/>
          <p:cNvPicPr/>
          <p:nvPr/>
        </p:nvPicPr>
        <p:blipFill>
          <a:blip r:embed="rId4"/>
          <a:stretch/>
        </p:blipFill>
        <p:spPr>
          <a:xfrm>
            <a:off x="401400" y="3290400"/>
            <a:ext cx="636840" cy="618840"/>
          </a:xfrm>
          <a:prstGeom prst="rect">
            <a:avLst/>
          </a:prstGeom>
          <a:ln w="0">
            <a:noFill/>
          </a:ln>
        </p:spPr>
      </p:pic>
      <p:cxnSp>
        <p:nvCxnSpPr>
          <p:cNvPr id="116" name="연결선: 꺾임 18459"/>
          <p:cNvCxnSpPr>
            <a:stCxn id="115" idx="3"/>
            <a:endCxn id="110" idx="1"/>
          </p:cNvCxnSpPr>
          <p:nvPr/>
        </p:nvCxnSpPr>
        <p:spPr>
          <a:xfrm>
            <a:off x="1038240" y="3599640"/>
            <a:ext cx="878760" cy="1690200"/>
          </a:xfrm>
          <a:prstGeom prst="bentConnector3">
            <a:avLst>
              <a:gd name="adj1" fmla="val 41393"/>
            </a:avLst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cxnSp>
        <p:nvCxnSpPr>
          <p:cNvPr id="117" name="직선 화살표 연결선 18483"/>
          <p:cNvCxnSpPr>
            <a:stCxn id="114" idx="0"/>
          </p:cNvCxnSpPr>
          <p:nvPr/>
        </p:nvCxnSpPr>
        <p:spPr>
          <a:xfrm flipV="1">
            <a:off x="7820640" y="4131360"/>
            <a:ext cx="1080" cy="57960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pic>
        <p:nvPicPr>
          <p:cNvPr id="118" name="그림 18491" descr="Show to User&#10;&#10;AI 생성 콘텐츠는 정확하지 않을 수 있습니다."/>
          <p:cNvPicPr/>
          <p:nvPr/>
        </p:nvPicPr>
        <p:blipFill>
          <a:blip r:embed="rId5"/>
          <a:stretch/>
        </p:blipFill>
        <p:spPr>
          <a:xfrm>
            <a:off x="7282440" y="3152520"/>
            <a:ext cx="1100520" cy="886680"/>
          </a:xfrm>
          <a:prstGeom prst="rect">
            <a:avLst/>
          </a:prstGeom>
          <a:ln w="0">
            <a:noFill/>
          </a:ln>
        </p:spPr>
      </p:pic>
      <p:cxnSp>
        <p:nvCxnSpPr>
          <p:cNvPr id="119" name="직선 화살표 연결선 18492"/>
          <p:cNvCxnSpPr>
            <a:stCxn id="113" idx="3"/>
            <a:endCxn id="118" idx="1"/>
          </p:cNvCxnSpPr>
          <p:nvPr/>
        </p:nvCxnSpPr>
        <p:spPr>
          <a:xfrm flipV="1">
            <a:off x="6687000" y="3595680"/>
            <a:ext cx="595800" cy="5040"/>
          </a:xfrm>
          <a:prstGeom prst="straightConnector1">
            <a:avLst/>
          </a:prstGeom>
          <a:ln w="19050">
            <a:solidFill>
              <a:srgbClr val="000000"/>
            </a:solidFill>
            <a:round/>
            <a:tailEnd len="med" type="triangle" w="med"/>
          </a:ln>
        </p:spPr>
      </p:cxnSp>
      <p:sp>
        <p:nvSpPr>
          <p:cNvPr id="120" name="TextBox 18503"/>
          <p:cNvSpPr/>
          <p:nvPr/>
        </p:nvSpPr>
        <p:spPr>
          <a:xfrm>
            <a:off x="5545080" y="4114800"/>
            <a:ext cx="115956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Calibri"/>
              </a:rPr>
              <a:t>Draft image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8505"/>
          <p:cNvSpPr/>
          <p:nvPr/>
        </p:nvSpPr>
        <p:spPr>
          <a:xfrm>
            <a:off x="7265880" y="5802120"/>
            <a:ext cx="1138320" cy="3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600" spc="-1" strike="noStrike">
                <a:solidFill>
                  <a:schemeClr val="dk1"/>
                </a:solidFill>
                <a:latin typeface="Calibri"/>
                <a:ea typeface="Calibri"/>
              </a:rPr>
              <a:t>Final image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18508"/>
          <p:cNvSpPr/>
          <p:nvPr/>
        </p:nvSpPr>
        <p:spPr>
          <a:xfrm>
            <a:off x="7784640" y="4261680"/>
            <a:ext cx="72360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chemeClr val="dk1"/>
                </a:solidFill>
                <a:latin typeface="Calibri"/>
                <a:ea typeface="Calibri"/>
              </a:rPr>
              <a:t>replace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3" name="그림 22" descr="Crown - Free miscellaneous icons"/>
          <p:cNvPicPr/>
          <p:nvPr/>
        </p:nvPicPr>
        <p:blipFill>
          <a:blip r:embed="rId6"/>
          <a:stretch/>
        </p:blipFill>
        <p:spPr>
          <a:xfrm>
            <a:off x="1524240" y="3007800"/>
            <a:ext cx="237600" cy="237600"/>
          </a:xfrm>
          <a:prstGeom prst="rect">
            <a:avLst/>
          </a:prstGeom>
          <a:ln w="0">
            <a:noFill/>
          </a:ln>
        </p:spPr>
      </p:pic>
      <p:pic>
        <p:nvPicPr>
          <p:cNvPr id="124" name="그림 24" descr="jpeg Icon - Free PNG &amp; SVG 3180095 - Noun Project"/>
          <p:cNvPicPr/>
          <p:nvPr/>
        </p:nvPicPr>
        <p:blipFill>
          <a:blip r:embed="rId7"/>
          <a:stretch/>
        </p:blipFill>
        <p:spPr>
          <a:xfrm>
            <a:off x="1475640" y="3237120"/>
            <a:ext cx="335160" cy="33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New_PowerPoint_042204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itchFamily="0" charset="1"/>
        <a:ea typeface=""/>
        <a:cs typeface=""/>
      </a:majorFont>
      <a:minorFont>
        <a:latin typeface="맑은 고딕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file:///C:/Documents%20and%20Settings/ducharca/Application%20Data/Microsoft/Templates/New_PowerPoint_042204.pot</Template>
  <TotalTime>115306</TotalTime>
  <Application>LibreOffice/24.2.7.2$Linux_X86_64 LibreOffice_project/420$Build-2</Application>
  <AppVersion>15.0000</AppVersion>
  <Words>1718</Words>
  <Paragraphs>553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2002-01-25T15:03:30Z</dcterms:created>
  <dc:creator>RA</dc:creator>
  <dc:description/>
  <dc:language>en-US</dc:language>
  <cp:lastModifiedBy/>
  <cp:lastPrinted>2011-03-20T00:57:26Z</cp:lastPrinted>
  <dcterms:modified xsi:type="dcterms:W3CDTF">2026-09-09T11:44:40Z</dcterms:modified>
  <cp:revision>9643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2</vt:i4>
  </property>
  <property fmtid="{D5CDD505-2E9C-101B-9397-08002B2CF9AE}" pid="3" name="Notes">
    <vt:i4>52</vt:i4>
  </property>
  <property fmtid="{D5CDD505-2E9C-101B-9397-08002B2CF9AE}" pid="4" name="PresentationFormat">
    <vt:lpwstr>화면 슬라이드 쇼(4:3)</vt:lpwstr>
  </property>
  <property fmtid="{D5CDD505-2E9C-101B-9397-08002B2CF9AE}" pid="5" name="Slides">
    <vt:i4>54</vt:i4>
  </property>
</Properties>
</file>