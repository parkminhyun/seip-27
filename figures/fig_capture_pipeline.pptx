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3"/>
  </p:notesMasterIdLst>
  <p:sldIdLst>
    <p:sldId id="256" r:id="rId12"/>
  </p:sldIdLst>
  <p:sldSz cx="9144000" cy="6858000" type="screen4x3"/>
  <p:notesSz cx="9874250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102" y="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04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5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6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7ACE545-A031-4055-B92C-67D15C00DA6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238500" y="509588"/>
            <a:ext cx="3397250" cy="2549525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314360" y="3228840"/>
            <a:ext cx="7244640" cy="305856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5"/>
          </p:nvPr>
        </p:nvSpPr>
        <p:spPr>
          <a:xfrm>
            <a:off x="5594400" y="6458040"/>
            <a:ext cx="4279320" cy="33912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numCol="1" spcCol="0" anchor="b">
            <a:noAutofit/>
          </a:bodyPr>
          <a:lstStyle>
            <a:lvl1pPr indent="0" algn="r" defTabSz="9558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Arial Narrow"/>
              </a:defRPr>
            </a:lvl1pPr>
          </a:lstStyle>
          <a:p>
            <a:pPr indent="0" algn="r" defTabSz="955800">
              <a:lnSpc>
                <a:spcPct val="100000"/>
              </a:lnSpc>
              <a:buNone/>
              <a:tabLst>
                <a:tab pos="0" algn="l"/>
              </a:tabLst>
            </a:pPr>
            <a:fld id="{03F0BF67-6C67-4AD4-A53E-1BE11BE8D2A5}" type="slidenum">
              <a:rPr lang="en-US" sz="1400" b="0" strike="noStrike" spc="-1">
                <a:solidFill>
                  <a:srgbClr val="000000"/>
                </a:solidFill>
                <a:latin typeface="Arial Narrow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6403610-E643-4258-8DE1-7C0FF5FF02B0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48164E4-0D36-46D5-8F00-514825883AE3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D82753F-D6CA-49C0-BCB5-564975C171DA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258840" y="1295280"/>
            <a:ext cx="8676720" cy="516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AEEA0C8B-2E3A-4FED-B123-A88817460E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AB2F1DD-14C6-46AC-9814-B55541CC522E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25884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70484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F27CE54-5BA1-4200-9E7D-4C061247FFA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A1DCDD-CD0C-4583-8A6C-8EB05A50A3C3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992063C-D35E-4D67-A5CF-3A9543DEF3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F5BE0759-B20F-4BD8-8EAF-B09485D0A38A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F6B8CDF-CDE5-4793-97EE-62FAE33F0F9B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312F0F3D-440F-45E7-A268-D6EC4ECD5A1F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5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2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1"/>
          <p:cNvSpPr/>
          <p:nvPr/>
        </p:nvSpPr>
        <p:spPr>
          <a:xfrm>
            <a:off x="7236000" y="196920"/>
            <a:ext cx="1909080" cy="20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ts val="901"/>
              </a:lnSpc>
            </a:pPr>
            <a:r>
              <a:rPr lang="en-US" sz="1000" b="1" strike="noStrike" spc="-1">
                <a:solidFill>
                  <a:schemeClr val="lt1"/>
                </a:solidFill>
                <a:latin typeface="Arial Black"/>
                <a:ea typeface="맑은 고딕"/>
              </a:rPr>
              <a:t>Global Ph.D. Fellowship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" name="개체 2"/>
          <p:cNvGraphicFramePr/>
          <p:nvPr/>
        </p:nvGraphicFramePr>
        <p:xfrm>
          <a:off x="0" y="49320"/>
          <a:ext cx="9143280" cy="201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5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201060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3"/>
          <p:cNvSpPr/>
          <p:nvPr/>
        </p:nvSpPr>
        <p:spPr>
          <a:xfrm>
            <a:off x="6679800" y="291960"/>
            <a:ext cx="2282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strike="noStrike" spc="-1">
                <a:solidFill>
                  <a:schemeClr val="lt1"/>
                </a:solidFill>
                <a:latin typeface="Arial Black"/>
                <a:ea typeface="굴림"/>
              </a:rPr>
              <a:t>DMC Conference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5E5D822-4961-4A0D-AA91-32A907F5F742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2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0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11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타원 3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3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14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3FF39558-62A7-45B2-A4B3-CEB7843B7D83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4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19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타원 3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2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22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PlaceHolder 1"/>
          <p:cNvSpPr>
            <a:spLocks noGrp="1"/>
          </p:cNvSpPr>
          <p:nvPr>
            <p:ph type="sldNum" idx="5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92F6CFFD-7037-4E53-AD27-C23764812900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6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26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27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29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4"/>
          <p:cNvSpPr/>
          <p:nvPr/>
        </p:nvSpPr>
        <p:spPr>
          <a:xfrm>
            <a:off x="7236000" y="196920"/>
            <a:ext cx="1909080" cy="20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ts val="901"/>
              </a:lnSpc>
            </a:pPr>
            <a:r>
              <a:rPr lang="en-US" sz="1000" b="1" strike="noStrike" spc="-1">
                <a:solidFill>
                  <a:schemeClr val="lt1"/>
                </a:solidFill>
                <a:latin typeface="Arial Black"/>
                <a:ea typeface="맑은 고딕"/>
              </a:rPr>
              <a:t>DMC conference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타원 5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58840" y="1295280"/>
            <a:ext cx="8676720" cy="516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7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4B53C2D2-56AC-462C-B7C5-357E0725EBB2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3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39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타원 3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4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42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PlaceHolder 1"/>
          <p:cNvSpPr>
            <a:spLocks noGrp="1"/>
          </p:cNvSpPr>
          <p:nvPr>
            <p:ph type="sldNum" idx="8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A2D90326-0EB7-40B9-8234-B0EB8C632EFA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9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46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47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타원 4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49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50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5884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70520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sldNum" idx="10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25D8FBD7-3170-4297-B545-BE5AB12D0676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 idx="11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60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61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타원 6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63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64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PlaceHolder 1"/>
          <p:cNvSpPr>
            <a:spLocks noGrp="1"/>
          </p:cNvSpPr>
          <p:nvPr>
            <p:ph type="sldNum" idx="12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1A5D896C-FCC6-419B-97D8-2B66C44DF4FE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13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6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69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타원 2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7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72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sldNum" idx="14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8ADC9185-BFEC-4F90-93F7-210D0A1C870F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15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7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79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타원 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81" name="개체 8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82" name="개체 8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PlaceHolder 1"/>
          <p:cNvSpPr>
            <a:spLocks noGrp="1"/>
          </p:cNvSpPr>
          <p:nvPr>
            <p:ph type="sldNum" idx="16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43271B4-03DD-459E-B5CA-88573108510F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17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86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87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타원 4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89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90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PlaceHolder 1"/>
          <p:cNvSpPr>
            <a:spLocks noGrp="1"/>
          </p:cNvSpPr>
          <p:nvPr>
            <p:ph type="sldNum" idx="18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462869E2-7E69-4D91-9EF1-F53E5AFDF083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dt" idx="19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94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Photoshop.Image.7">
                  <p:embed/>
                </p:oleObj>
              </mc:Choice>
              <mc:Fallback>
                <p:oleObj r:id="rId3" imgW="0" imgH="0" progId="Photoshop.Image.7">
                  <p:embed/>
                  <p:pic>
                    <p:nvPicPr>
                      <p:cNvPr id="95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타원 4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97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Photoshop.Image.7">
                  <p:embed/>
                </p:oleObj>
              </mc:Choice>
              <mc:Fallback>
                <p:oleObj r:id="rId5" imgW="0" imgH="0" progId="Photoshop.Image.7">
                  <p:embed/>
                  <p:pic>
                    <p:nvPicPr>
                      <p:cNvPr id="98" name="개체 2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0" y="49320"/>
                        <a:ext cx="9143280" cy="106596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PlaceHolder 1"/>
          <p:cNvSpPr>
            <a:spLocks noGrp="1"/>
          </p:cNvSpPr>
          <p:nvPr>
            <p:ph type="sldNum" idx="20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2000" b="1" strike="noStrike" spc="-1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5EF21653-5C79-4174-8DDF-E17ACF4D8337}" type="slidenum">
              <a:rPr lang="en-US" sz="2000" b="1" strike="noStrike" spc="-1">
                <a:solidFill>
                  <a:srgbClr val="FFFFFF"/>
                </a:solidFill>
                <a:latin typeface="Arial"/>
                <a:ea typeface="굴림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dt" idx="21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allery container"/>
          <p:cNvSpPr/>
          <p:nvPr/>
        </p:nvSpPr>
        <p:spPr>
          <a:xfrm>
            <a:off x="4197349" y="2442940"/>
            <a:ext cx="4412577" cy="1825479"/>
          </a:xfrm>
          <a:prstGeom prst="roundRect">
            <a:avLst>
              <a:gd name="adj" fmla="val 9901"/>
            </a:avLst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직사각형 10"/>
          <p:cNvSpPr/>
          <p:nvPr/>
        </p:nvSpPr>
        <p:spPr>
          <a:xfrm>
            <a:off x="1465582" y="3078967"/>
            <a:ext cx="2411954" cy="376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Calibri"/>
                <a:ea typeface="Calibri"/>
              </a:rPr>
              <a:t>Draft Sequence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직선 화살표 연결선 12"/>
          <p:cNvCxnSpPr>
            <a:cxnSpLocks/>
            <a:stCxn id="107" idx="3"/>
            <a:endCxn id="113" idx="1"/>
          </p:cNvCxnSpPr>
          <p:nvPr/>
        </p:nvCxnSpPr>
        <p:spPr>
          <a:xfrm>
            <a:off x="3877536" y="3267067"/>
            <a:ext cx="694463" cy="3428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09" name="직선 화살표 연결선 15"/>
          <p:cNvCxnSpPr>
            <a:cxnSpLocks/>
            <a:stCxn id="115" idx="3"/>
            <a:endCxn id="107" idx="1"/>
          </p:cNvCxnSpPr>
          <p:nvPr/>
        </p:nvCxnSpPr>
        <p:spPr>
          <a:xfrm>
            <a:off x="911160" y="3262932"/>
            <a:ext cx="554422" cy="4135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10" name="직사각형 27"/>
          <p:cNvSpPr/>
          <p:nvPr/>
        </p:nvSpPr>
        <p:spPr>
          <a:xfrm>
            <a:off x="1465582" y="4576591"/>
            <a:ext cx="5439719" cy="376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Calibri"/>
                <a:ea typeface="Calibri"/>
              </a:rPr>
              <a:t>Post-Processing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2" descr="Photos Icon SVG Vector &amp; PNG Free Download | UXWing"/>
          <p:cNvPicPr/>
          <p:nvPr/>
        </p:nvPicPr>
        <p:blipFill>
          <a:blip r:embed="rId3"/>
          <a:stretch/>
        </p:blipFill>
        <p:spPr>
          <a:xfrm>
            <a:off x="635165" y="3846681"/>
            <a:ext cx="400320" cy="321840"/>
          </a:xfrm>
          <a:prstGeom prst="rect">
            <a:avLst/>
          </a:prstGeom>
          <a:ln w="0">
            <a:noFill/>
          </a:ln>
        </p:spPr>
      </p:pic>
      <p:pic>
        <p:nvPicPr>
          <p:cNvPr id="113" name="그림 18438" descr="Draft image from the same capture."/>
          <p:cNvPicPr/>
          <p:nvPr/>
        </p:nvPicPr>
        <p:blipFill>
          <a:blip r:embed="rId4"/>
          <a:stretch/>
        </p:blipFill>
        <p:spPr>
          <a:xfrm>
            <a:off x="4571999" y="2585885"/>
            <a:ext cx="1369220" cy="1369220"/>
          </a:xfrm>
          <a:prstGeom prst="rect">
            <a:avLst/>
          </a:prstGeom>
          <a:ln w="0">
            <a:noFill/>
          </a:ln>
        </p:spPr>
      </p:pic>
      <p:pic>
        <p:nvPicPr>
          <p:cNvPr id="114" name="그림 18440" descr="Final image from the same capture."/>
          <p:cNvPicPr/>
          <p:nvPr/>
        </p:nvPicPr>
        <p:blipFill>
          <a:blip r:embed="rId5"/>
          <a:stretch/>
        </p:blipFill>
        <p:spPr>
          <a:xfrm>
            <a:off x="6905301" y="2585885"/>
            <a:ext cx="1369219" cy="1369219"/>
          </a:xfrm>
          <a:prstGeom prst="rect">
            <a:avLst/>
          </a:prstGeom>
          <a:ln w="0">
            <a:noFill/>
          </a:ln>
        </p:spPr>
      </p:pic>
      <p:pic>
        <p:nvPicPr>
          <p:cNvPr id="115" name="그림 18456" descr="The image features a camera icon with a prominent yellow circle, symbolizing the shutter mechanism.&#10;&#10;AI 생성 콘텐츠는 정확하지 않을 수 있습니다."/>
          <p:cNvPicPr/>
          <p:nvPr/>
        </p:nvPicPr>
        <p:blipFill>
          <a:blip r:embed="rId6"/>
          <a:stretch/>
        </p:blipFill>
        <p:spPr>
          <a:xfrm>
            <a:off x="274320" y="2953512"/>
            <a:ext cx="636840" cy="618840"/>
          </a:xfrm>
          <a:prstGeom prst="rect">
            <a:avLst/>
          </a:prstGeom>
          <a:ln w="0">
            <a:noFill/>
          </a:ln>
        </p:spPr>
      </p:pic>
      <p:cxnSp>
        <p:nvCxnSpPr>
          <p:cNvPr id="116" name="연결선: 꺾임 18459"/>
          <p:cNvCxnSpPr>
            <a:cxnSpLocks/>
            <a:stCxn id="115" idx="3"/>
            <a:endCxn id="110" idx="1"/>
          </p:cNvCxnSpPr>
          <p:nvPr/>
        </p:nvCxnSpPr>
        <p:spPr>
          <a:xfrm>
            <a:off x="911160" y="3262932"/>
            <a:ext cx="554422" cy="1501759"/>
          </a:xfrm>
          <a:prstGeom prst="bentConnector3">
            <a:avLst>
              <a:gd name="adj1" fmla="val 30115"/>
            </a:avLst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9" name="직선 화살표 연결선 18492"/>
          <p:cNvCxnSpPr>
            <a:cxnSpLocks/>
            <a:stCxn id="113" idx="3"/>
            <a:endCxn id="114" idx="1"/>
          </p:cNvCxnSpPr>
          <p:nvPr/>
        </p:nvCxnSpPr>
        <p:spPr>
          <a:xfrm>
            <a:off x="5941219" y="3270495"/>
            <a:ext cx="964082" cy="0"/>
          </a:xfrm>
          <a:prstGeom prst="straightConnector1">
            <a:avLst/>
          </a:prstGeom>
          <a:ln w="19050">
            <a:solidFill>
              <a:srgbClr val="000000"/>
            </a:solidFill>
            <a:prstDash val="sysDash"/>
            <a:round/>
            <a:tailEnd type="triangle" w="med" len="med"/>
          </a:ln>
        </p:spPr>
      </p:cxnSp>
      <p:sp>
        <p:nvSpPr>
          <p:cNvPr id="120" name="TextBox 18503"/>
          <p:cNvSpPr/>
          <p:nvPr/>
        </p:nvSpPr>
        <p:spPr>
          <a:xfrm>
            <a:off x="4683920" y="3893528"/>
            <a:ext cx="115956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dk1"/>
                </a:solidFill>
                <a:latin typeface="Calibri"/>
                <a:ea typeface="Calibri"/>
              </a:rPr>
              <a:t>Draft image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8505"/>
          <p:cNvSpPr/>
          <p:nvPr/>
        </p:nvSpPr>
        <p:spPr>
          <a:xfrm>
            <a:off x="7060365" y="3891981"/>
            <a:ext cx="113832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dk1"/>
                </a:solidFill>
                <a:latin typeface="Calibri"/>
                <a:ea typeface="Calibri"/>
              </a:rPr>
              <a:t>Final image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8508"/>
          <p:cNvSpPr/>
          <p:nvPr/>
        </p:nvSpPr>
        <p:spPr>
          <a:xfrm>
            <a:off x="6061860" y="2969712"/>
            <a:ext cx="72360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strike="noStrike" spc="-1" dirty="0">
                <a:solidFill>
                  <a:schemeClr val="dk1"/>
                </a:solidFill>
                <a:latin typeface="Calibri"/>
                <a:ea typeface="Calibri"/>
              </a:rPr>
              <a:t>replace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그림 22" descr="Crown - Free miscellaneous icons"/>
          <p:cNvPicPr/>
          <p:nvPr/>
        </p:nvPicPr>
        <p:blipFill>
          <a:blip r:embed="rId7"/>
          <a:stretch/>
        </p:blipFill>
        <p:spPr>
          <a:xfrm>
            <a:off x="1127016" y="2691702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24" name="그림 24" descr="jpeg Icon - Free PNG &amp; SVG 3180095 - Noun Project"/>
          <p:cNvPicPr/>
          <p:nvPr/>
        </p:nvPicPr>
        <p:blipFill>
          <a:blip r:embed="rId8"/>
          <a:stretch/>
        </p:blipFill>
        <p:spPr>
          <a:xfrm>
            <a:off x="1081296" y="2905182"/>
            <a:ext cx="335160" cy="335160"/>
          </a:xfrm>
          <a:prstGeom prst="rect">
            <a:avLst/>
          </a:prstGeom>
          <a:ln w="0">
            <a:noFill/>
          </a:ln>
        </p:spPr>
      </p:pic>
      <p:sp>
        <p:nvSpPr>
          <p:cNvPr id="2" name="Gallery title"/>
          <p:cNvSpPr/>
          <p:nvPr/>
        </p:nvSpPr>
        <p:spPr>
          <a:xfrm>
            <a:off x="5143500" y="2108860"/>
            <a:ext cx="237744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dk1"/>
                </a:solidFill>
                <a:latin typeface="Calibri"/>
                <a:ea typeface="Calibri"/>
              </a:rPr>
              <a:t>Samsung Gallery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" name="연결선: 꺾임 18459">
            <a:extLst>
              <a:ext uri="{FF2B5EF4-FFF2-40B4-BE49-F238E27FC236}">
                <a16:creationId xmlns:a16="http://schemas.microsoft.com/office/drawing/2014/main" id="{FBC107CB-9FF5-B410-B14F-730DE1D399B4}"/>
              </a:ext>
            </a:extLst>
          </p:cNvPr>
          <p:cNvCxnSpPr>
            <a:cxnSpLocks/>
          </p:cNvCxnSpPr>
          <p:nvPr/>
        </p:nvCxnSpPr>
        <p:spPr>
          <a:xfrm flipV="1">
            <a:off x="6895780" y="4275562"/>
            <a:ext cx="756000" cy="486000"/>
          </a:xfrm>
          <a:prstGeom prst="bentConnector2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</a:majorFont>
      <a:minorFont>
        <a:latin typeface="맑은 고딕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file:///C:/Documents%20and%20Settings/ducharca/Application%20Data/Microsoft/Templates/New_PowerPoint_042204.pot</Template>
  <TotalTime>115442</TotalTime>
  <Words>11</Words>
  <Application>Microsoft Office PowerPoint</Application>
  <PresentationFormat>화면 슬라이드 쇼(4:3)</PresentationFormat>
  <Paragraphs>7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1" baseType="lpstr">
      <vt:lpstr>맑은 고딕</vt:lpstr>
      <vt:lpstr>Arial</vt:lpstr>
      <vt:lpstr>Arial Black</vt:lpstr>
      <vt:lpstr>Arial Narrow</vt:lpstr>
      <vt:lpstr>Calibri</vt:lpstr>
      <vt:lpstr>Symbol</vt:lpstr>
      <vt:lpstr>Times New Roman</vt:lpstr>
      <vt:lpstr>Wingdings</vt:lpstr>
      <vt:lpstr>New_PowerPoint_042204</vt:lpstr>
      <vt:lpstr>New_PowerPoint_042204</vt:lpstr>
      <vt:lpstr>New_PowerPoint_042204</vt:lpstr>
      <vt:lpstr>New_PowerPoint_042204</vt:lpstr>
      <vt:lpstr>New_PowerPoint_042204</vt:lpstr>
      <vt:lpstr>New_PowerPoint_042204</vt:lpstr>
      <vt:lpstr>New_PowerPoint_042204</vt:lpstr>
      <vt:lpstr>New_PowerPoint_042204</vt:lpstr>
      <vt:lpstr>New_PowerPoint_042204</vt:lpstr>
      <vt:lpstr>New_PowerPoint_042204</vt:lpstr>
      <vt:lpstr>New_PowerPoint_042204</vt:lpstr>
      <vt:lpstr>Photoshop.Image.7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</dc:creator>
  <dc:description/>
  <cp:lastModifiedBy>Eunki Song</cp:lastModifiedBy>
  <cp:revision>9651</cp:revision>
  <cp:lastPrinted>2011-03-20T00:57:26Z</cp:lastPrinted>
  <dcterms:created xsi:type="dcterms:W3CDTF">2002-01-25T15:03:30Z</dcterms:created>
  <dcterms:modified xsi:type="dcterms:W3CDTF">2026-09-10T08:18:50Z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2</vt:i4>
  </property>
  <property fmtid="{D5CDD505-2E9C-101B-9397-08002B2CF9AE}" pid="3" name="Notes">
    <vt:i4>52</vt:i4>
  </property>
  <property fmtid="{D5CDD505-2E9C-101B-9397-08002B2CF9AE}" pid="4" name="PresentationFormat">
    <vt:lpwstr>화면 슬라이드 쇼(4:3)</vt:lpwstr>
  </property>
  <property fmtid="{D5CDD505-2E9C-101B-9397-08002B2CF9AE}" pid="5" name="Slides">
    <vt:i4>54</vt:i4>
  </property>
</Properties>
</file>