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54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draft sequences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One active draft sequence</a:t>
            </a:r>
            <a:endParaRPr sz="14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pic>
        <p:nvPicPr>
          <p:cNvPr id="14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618780" y="2294724"/>
            <a:ext cx="1298448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Estimates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1128851" y="2282279"/>
            <a:ext cx="893368" cy="22818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()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44">
            <a:extLst>
              <a:ext uri="{FF2B5EF4-FFF2-40B4-BE49-F238E27FC236}">
                <a16:creationId xmlns:a16="http://schemas.microsoft.com/office/drawing/2014/main" id="{28FF3AE0-410E-976A-7F87-F33191C42FAA}"/>
              </a:ext>
            </a:extLst>
          </p:cNvPr>
          <p:cNvSpPr>
            <a:spLocks noGrp="1"/>
          </p:cNvSpPr>
          <p:nvPr/>
        </p:nvSpPr>
        <p:spPr>
          <a:xfrm>
            <a:off x="62519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964535"/>
            <a:ext cx="611677" cy="631250"/>
          </a:xfrm>
          <a:prstGeom prst="rect">
            <a:avLst/>
          </a:prstGeom>
        </p:spPr>
      </p:pic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6703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i</a:t>
            </a:r>
            <a:r>
              <a:rPr lang="en-US" altLang="ko-KR" sz="1100"/>
              <a:t>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0104" y="1958143"/>
            <a:ext cx="1099829" cy="73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59</Words>
  <Application>Microsoft Office PowerPoint</Application>
  <DocSecurity>0</DocSecurity>
  <PresentationFormat>사용자 지정</PresentationFormat>
  <Paragraphs>22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32</cp:revision>
  <dcterms:created xsi:type="dcterms:W3CDTF">2026-08-11T11:18:04Z</dcterms:created>
  <dcterms:modified xsi:type="dcterms:W3CDTF">2026-08-25T02:26:29Z</dcterms:modified>
</cp:coreProperties>
</file>