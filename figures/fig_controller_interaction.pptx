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 varScale="1">
        <p:scale>
          <a:sx n="175" d="100"/>
          <a:sy n="175" d="100"/>
        </p:scale>
        <p:origin x="126" y="12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draft sequences</a:t>
            </a:r>
            <a:endParaRPr sz="14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One active draft sequence</a:t>
            </a:r>
            <a:endParaRPr sz="14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stages</a:t>
            </a:r>
            <a:endParaRPr sz="12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431310" y="2294763"/>
            <a:ext cx="14859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Admission decision</a:t>
            </a:r>
            <a:endParaRPr sz="1200" b="1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238601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b="1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  <a:endParaRPr lang="en-US" sz="1200" b="1" dirty="0">
              <a:solidFill>
                <a:srgbClr val="14233E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Online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 Estimates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802958" y="2282285"/>
            <a:ext cx="1219200" cy="22821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56E2E"/>
                </a:solidFill>
                <a:latin typeface="Arial"/>
                <a:ea typeface="Arial"/>
                <a:cs typeface="Arial"/>
              </a:rPr>
              <a:t>Pacing decision</a:t>
            </a:r>
            <a:endParaRPr sz="1200" b="1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28575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28575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37744" y="1507420"/>
            <a:ext cx="5852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b="1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6703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i</a:t>
            </a:r>
            <a:r>
              <a:rPr lang="en-US" altLang="ko-KR" sz="1100"/>
              <a:t>n-order</a:t>
            </a:r>
            <a:endParaRPr lang="ko-KR" altLang="en-US" sz="1100" dirty="0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EDA7DBC2-B2B5-6BEB-170A-B38B351561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7067" y="1909156"/>
            <a:ext cx="1099829" cy="733219"/>
          </a:xfrm>
          <a:prstGeom prst="rect">
            <a:avLst/>
          </a:prstGeom>
        </p:spPr>
      </p:pic>
      <p:sp>
        <p:nvSpPr>
          <p:cNvPr id="173" name="Stage M label">
            <a:extLst>
              <a:ext uri="{FF2B5EF4-FFF2-40B4-BE49-F238E27FC236}">
                <a16:creationId xmlns:a16="http://schemas.microsoft.com/office/drawing/2014/main" id="{118D78DC-EF8C-45BA-A4F1-648EC0216445}"/>
              </a:ext>
            </a:extLst>
          </p:cNvPr>
          <p:cNvSpPr>
            <a:spLocks noGrp="1"/>
          </p:cNvSpPr>
          <p:nvPr/>
        </p:nvSpPr>
        <p:spPr>
          <a:xfrm>
            <a:off x="6506718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975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174" name="Stage S label">
            <a:extLst>
              <a:ext uri="{FF2B5EF4-FFF2-40B4-BE49-F238E27FC236}">
                <a16:creationId xmlns:a16="http://schemas.microsoft.com/office/drawing/2014/main" id="{F90F3492-7B6E-4FC6-8326-71A392B83F63}"/>
              </a:ext>
            </a:extLst>
          </p:cNvPr>
          <p:cNvSpPr>
            <a:spLocks noGrp="1"/>
          </p:cNvSpPr>
          <p:nvPr/>
        </p:nvSpPr>
        <p:spPr>
          <a:xfrm>
            <a:off x="7530084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975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75" name="Observed durations label">
            <a:extLst>
              <a:ext uri="{FF2B5EF4-FFF2-40B4-BE49-F238E27FC236}">
                <a16:creationId xmlns:a16="http://schemas.microsoft.com/office/drawing/2014/main" id="{B8A8B3B6-FF9A-47C8-BA5B-96F8F42B115B}"/>
              </a:ext>
            </a:extLst>
          </p:cNvPr>
          <p:cNvSpPr>
            <a:spLocks noGrp="1"/>
          </p:cNvSpPr>
          <p:nvPr/>
        </p:nvSpPr>
        <p:spPr>
          <a:xfrm>
            <a:off x="9467849" y="2425404"/>
            <a:ext cx="1619250" cy="182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80" i="0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900" i="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Observed durations</a:t>
            </a:r>
          </a:p>
        </p:txBody>
      </p:sp>
      <p:sp>
        <p:nvSpPr>
          <p:cNvPr id="73" name="Shape 44">
            <a:extLst>
              <a:ext uri="{FF2B5EF4-FFF2-40B4-BE49-F238E27FC236}">
                <a16:creationId xmlns:a16="http://schemas.microsoft.com/office/drawing/2014/main" id="{C9343FE8-1582-1EC6-5091-13DD4F1A2332}"/>
              </a:ext>
            </a:extLst>
          </p:cNvPr>
          <p:cNvSpPr>
            <a:spLocks noGrp="1"/>
          </p:cNvSpPr>
          <p:nvPr/>
        </p:nvSpPr>
        <p:spPr>
          <a:xfrm>
            <a:off x="6233656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1187" y="1032206"/>
            <a:ext cx="611677" cy="563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63</Words>
  <Application>Microsoft Office PowerPoint</Application>
  <DocSecurity>0</DocSecurity>
  <PresentationFormat>사용자 지정</PresentationFormat>
  <Paragraphs>25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Eunki Song</cp:lastModifiedBy>
  <cp:revision>33</cp:revision>
  <dcterms:created xsi:type="dcterms:W3CDTF">2026-08-11T11:18:04Z</dcterms:created>
  <dcterms:modified xsi:type="dcterms:W3CDTF">2026-09-22T10:41:43Z</dcterms:modified>
</cp:coreProperties>
</file>