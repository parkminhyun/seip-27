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>
        <p:scale>
          <a:sx n="200" d="100"/>
          <a:sy n="200" d="100"/>
        </p:scale>
        <p:origin x="144" y="8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</a:t>
            </a: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raft sequence</a:t>
            </a: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751100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Run</a:t>
            </a: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draft sequence</a:t>
            </a:r>
            <a:endParaRPr sz="14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431310" y="2294763"/>
            <a:ext cx="14859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decideAdmission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Shared Duration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Predictor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988694" y="2282285"/>
            <a:ext cx="1219200" cy="22821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decidePacingDelay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971140" y="1294074"/>
            <a:ext cx="1141200" cy="147600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12105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Capture in-order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7067" y="1909156"/>
            <a:ext cx="1099829" cy="733219"/>
          </a:xfrm>
          <a:prstGeom prst="rect">
            <a:avLst/>
          </a:prstGeom>
        </p:spPr>
      </p:pic>
      <p:sp>
        <p:nvSpPr>
          <p:cNvPr id="173" name="Stage M label">
            <a:extLst>
              <a:ext uri="{FF2B5EF4-FFF2-40B4-BE49-F238E27FC236}">
                <a16:creationId xmlns:a16="http://schemas.microsoft.com/office/drawing/2014/main" id="{118D78DC-EF8C-45BA-A4F1-648EC0216445}"/>
              </a:ext>
            </a:extLst>
          </p:cNvPr>
          <p:cNvSpPr>
            <a:spLocks noGrp="1"/>
          </p:cNvSpPr>
          <p:nvPr/>
        </p:nvSpPr>
        <p:spPr>
          <a:xfrm>
            <a:off x="6506718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975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74" name="Stage S label">
            <a:extLst>
              <a:ext uri="{FF2B5EF4-FFF2-40B4-BE49-F238E27FC236}">
                <a16:creationId xmlns:a16="http://schemas.microsoft.com/office/drawing/2014/main" id="{F90F3492-7B6E-4FC6-8326-71A392B83F63}"/>
              </a:ext>
            </a:extLst>
          </p:cNvPr>
          <p:cNvSpPr>
            <a:spLocks noGrp="1"/>
          </p:cNvSpPr>
          <p:nvPr/>
        </p:nvSpPr>
        <p:spPr>
          <a:xfrm>
            <a:off x="7530084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75" name="Observed durations label">
            <a:extLst>
              <a:ext uri="{FF2B5EF4-FFF2-40B4-BE49-F238E27FC236}">
                <a16:creationId xmlns:a16="http://schemas.microsoft.com/office/drawing/2014/main" id="{B8A8B3B6-FF9A-47C8-BA5B-96F8F42B115B}"/>
              </a:ext>
            </a:extLst>
          </p:cNvPr>
          <p:cNvSpPr>
            <a:spLocks noGrp="1"/>
          </p:cNvSpPr>
          <p:nvPr/>
        </p:nvSpPr>
        <p:spPr>
          <a:xfrm>
            <a:off x="9467849" y="2425404"/>
            <a:ext cx="1619250" cy="18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80" i="0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measured</a:t>
            </a:r>
            <a:r>
              <a:rPr sz="900" i="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durations</a:t>
            </a:r>
          </a:p>
        </p:txBody>
      </p:sp>
      <p:sp>
        <p:nvSpPr>
          <p:cNvPr id="73" name="Shape 44">
            <a:extLst>
              <a:ext uri="{FF2B5EF4-FFF2-40B4-BE49-F238E27FC236}">
                <a16:creationId xmlns:a16="http://schemas.microsoft.com/office/drawing/2014/main" id="{C9343FE8-1582-1EC6-5091-13DD4F1A2332}"/>
              </a:ext>
            </a:extLst>
          </p:cNvPr>
          <p:cNvSpPr>
            <a:spLocks noGrp="1"/>
          </p:cNvSpPr>
          <p:nvPr/>
        </p:nvSpPr>
        <p:spPr>
          <a:xfrm>
            <a:off x="6233656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1187" y="1032206"/>
            <a:ext cx="611677" cy="563578"/>
          </a:xfrm>
          <a:prstGeom prst="rect">
            <a:avLst/>
          </a:prstGeom>
        </p:spPr>
      </p:pic>
      <p:sp>
        <p:nvSpPr>
          <p:cNvPr id="85" name="Stage M label">
            <a:extLst>
              <a:ext uri="{FF2B5EF4-FFF2-40B4-BE49-F238E27FC236}">
                <a16:creationId xmlns:a16="http://schemas.microsoft.com/office/drawing/2014/main" id="{33C14D2F-BEBA-5EEA-8875-F37AAB6BF62C}"/>
              </a:ext>
            </a:extLst>
          </p:cNvPr>
          <p:cNvSpPr>
            <a:spLocks noGrp="1"/>
          </p:cNvSpPr>
          <p:nvPr/>
        </p:nvSpPr>
        <p:spPr>
          <a:xfrm>
            <a:off x="2699118" y="109718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8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Enqueue</a:t>
            </a:r>
          </a:p>
        </p:txBody>
      </p:sp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64</Words>
  <Application>Microsoft Office PowerPoint</Application>
  <DocSecurity>0</DocSecurity>
  <PresentationFormat>사용자 지정</PresentationFormat>
  <Paragraphs>26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Eunki Song</cp:lastModifiedBy>
  <cp:revision>51</cp:revision>
  <dcterms:created xsi:type="dcterms:W3CDTF">2026-08-11T11:18:04Z</dcterms:created>
  <dcterms:modified xsi:type="dcterms:W3CDTF">2026-10-07T09:33:59Z</dcterms:modified>
</cp:coreProperties>
</file>