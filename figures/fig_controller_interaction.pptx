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75" d="100"/>
          <a:sy n="175" d="100"/>
        </p:scale>
        <p:origin x="144" y="12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image processing</a:t>
            </a:r>
            <a:endParaRPr sz="120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618780" y="2294724"/>
            <a:ext cx="1298448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0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endParaRPr sz="1200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309360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dirty="0"/>
          </a:p>
        </p:txBody>
      </p:sp>
      <p:sp>
        <p:nvSpPr>
          <p:cNvPr id="101" name="Text 95">
            <a:extLst>
              <a:ext uri="{FF2B5EF4-FFF2-40B4-BE49-F238E27FC236}">
                <a16:creationId xmlns:a16="http://schemas.microsoft.com/office/drawing/2014/main" id="{5D664695-A050-4AC3-B595-6806176731DD}"/>
              </a:ext>
            </a:extLst>
          </p:cNvPr>
          <p:cNvSpPr>
            <a:spLocks noGrp="1"/>
          </p:cNvSpPr>
          <p:nvPr/>
        </p:nvSpPr>
        <p:spPr>
          <a:xfrm>
            <a:off x="9373208" y="2143646"/>
            <a:ext cx="1389888" cy="370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/>
                <a:ea typeface="Arial"/>
                <a:cs typeface="Arial"/>
              </a:rPr>
              <a:t>measured</a:t>
            </a:r>
          </a:p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/>
                <a:ea typeface="Arial"/>
                <a:cs typeface="Arial"/>
              </a:rPr>
              <a:t>duration</a:t>
            </a:r>
            <a:endParaRPr sz="1200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1162204" y="2272073"/>
            <a:ext cx="893368" cy="22818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19050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19050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74320" y="1507420"/>
            <a:ext cx="548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60</Words>
  <Application>Microsoft Office PowerPoint</Application>
  <DocSecurity>0</DocSecurity>
  <PresentationFormat>사용자 지정</PresentationFormat>
  <Paragraphs>24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Eunki Song</cp:lastModifiedBy>
  <cp:revision>18</cp:revision>
  <dcterms:created xsi:type="dcterms:W3CDTF">2026-08-11T11:18:04Z</dcterms:created>
  <dcterms:modified xsi:type="dcterms:W3CDTF">2026-08-14T05:10:24Z</dcterms:modified>
</cp:coreProperties>
</file>