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36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</a:t>
            </a: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decideExecution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64</Words>
  <Application>Microsoft Office PowerPoint</Application>
  <DocSecurity>0</DocSecurity>
  <PresentationFormat>사용자 지정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42</cp:revision>
  <dcterms:created xsi:type="dcterms:W3CDTF">2026-08-11T11:18:04Z</dcterms:created>
  <dcterms:modified xsi:type="dcterms:W3CDTF">2026-10-05T03:34:47Z</dcterms:modified>
</cp:coreProperties>
</file>