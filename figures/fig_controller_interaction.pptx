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3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Queue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decideExecution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63</Words>
  <Application>Microsoft Office PowerPoint</Application>
  <DocSecurity>0</DocSecurity>
  <PresentationFormat>사용자 지정</PresentationFormat>
  <Paragraphs>25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41</cp:revision>
  <dcterms:created xsi:type="dcterms:W3CDTF">2026-08-11T11:18:04Z</dcterms:created>
  <dcterms:modified xsi:type="dcterms:W3CDTF">2026-10-03T06:40:41Z</dcterms:modified>
</cp:coreProperties>
</file>