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3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751100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Run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decideExecution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Shared </a:t>
            </a:r>
            <a:r>
              <a:rPr lang="en-US" sz="120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</a:t>
            </a:r>
            <a:r>
              <a:rPr sz="120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20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  <p:sp>
        <p:nvSpPr>
          <p:cNvPr id="85" name="Stage M label">
            <a:extLst>
              <a:ext uri="{FF2B5EF4-FFF2-40B4-BE49-F238E27FC236}">
                <a16:creationId xmlns:a16="http://schemas.microsoft.com/office/drawing/2014/main" id="{33C14D2F-BEBA-5EEA-8875-F37AAB6BF62C}"/>
              </a:ext>
            </a:extLst>
          </p:cNvPr>
          <p:cNvSpPr>
            <a:spLocks noGrp="1"/>
          </p:cNvSpPr>
          <p:nvPr/>
        </p:nvSpPr>
        <p:spPr>
          <a:xfrm>
            <a:off x="2699118" y="109718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8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Enqueue</a:t>
            </a:r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64</Words>
  <Application>Microsoft Office PowerPoint</Application>
  <DocSecurity>0</DocSecurity>
  <PresentationFormat>사용자 지정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48</cp:revision>
  <dcterms:created xsi:type="dcterms:W3CDTF">2026-08-11T11:18:04Z</dcterms:created>
  <dcterms:modified xsi:type="dcterms:W3CDTF">2026-10-06T13:51:36Z</dcterms:modified>
</cp:coreProperties>
</file>