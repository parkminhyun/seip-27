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76D2"/>
    <a:srgbClr val="14233E"/>
    <a:srgbClr val="E56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 varScale="1">
        <p:scale>
          <a:sx n="100" d="100"/>
          <a:sy n="100" d="100"/>
        </p:scale>
        <p:origin x="54" y="5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Pending Draft Sequences</a:t>
            </a:r>
            <a:endParaRPr sz="14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504688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One active Draft Sequence</a:t>
            </a:r>
            <a:endParaRPr sz="14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1</a:t>
            </a:r>
            <a:endParaRPr sz="12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2</a:t>
            </a:r>
            <a:endParaRPr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stages</a:t>
            </a:r>
            <a:endParaRPr sz="12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pic>
        <p:nvPicPr>
          <p:cNvPr id="147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914400"/>
            <a:ext cx="731520" cy="731520"/>
          </a:xfrm>
          <a:prstGeom prst="rect">
            <a:avLst/>
          </a:prstGeom>
        </p:spPr>
      </p:pic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4750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</a:t>
            </a:r>
            <a:r>
              <a:rPr lang="en-US"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618780" y="2294724"/>
            <a:ext cx="1298448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0" dirty="0" err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decideAdmission</a:t>
            </a:r>
            <a:endParaRPr sz="1200" dirty="0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309360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0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0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dirty="0"/>
          </a:p>
        </p:txBody>
      </p:sp>
      <p:sp>
        <p:nvSpPr>
          <p:cNvPr id="101" name="Text 95">
            <a:extLst>
              <a:ext uri="{FF2B5EF4-FFF2-40B4-BE49-F238E27FC236}">
                <a16:creationId xmlns:a16="http://schemas.microsoft.com/office/drawing/2014/main" id="{5D664695-A050-4AC3-B595-6806176731DD}"/>
              </a:ext>
            </a:extLst>
          </p:cNvPr>
          <p:cNvSpPr>
            <a:spLocks noGrp="1"/>
          </p:cNvSpPr>
          <p:nvPr/>
        </p:nvSpPr>
        <p:spPr>
          <a:xfrm>
            <a:off x="9373208" y="2143646"/>
            <a:ext cx="1389888" cy="370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26477"/>
                </a:solidFill>
                <a:latin typeface="Arial"/>
                <a:ea typeface="Arial"/>
                <a:cs typeface="Arial"/>
              </a:rPr>
              <a:t>measured</a:t>
            </a:r>
          </a:p>
          <a:p>
            <a:pPr marL="0" indent="0" algn="r">
              <a:buNone/>
            </a:pPr>
            <a:r>
              <a:rPr lang="en-US" sz="1200" dirty="0">
                <a:solidFill>
                  <a:srgbClr val="526477"/>
                </a:solidFill>
                <a:latin typeface="Arial"/>
                <a:ea typeface="Arial"/>
                <a:cs typeface="Arial"/>
              </a:rPr>
              <a:t>duration</a:t>
            </a:r>
            <a:endParaRPr sz="1200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Workload Model &amp; </a:t>
            </a:r>
            <a:endParaRPr lang="en-US" sz="1200" b="1" dirty="0">
              <a:solidFill>
                <a:srgbClr val="14233E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Online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Duration Estimates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1162204" y="2272073"/>
            <a:ext cx="893368" cy="22818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dirty="0" err="1">
                <a:solidFill>
                  <a:srgbClr val="E56E2E"/>
                </a:solidFill>
                <a:latin typeface="Arial"/>
                <a:ea typeface="Arial"/>
                <a:cs typeface="Arial"/>
              </a:rPr>
              <a:t>decideDelay</a:t>
            </a:r>
            <a:endParaRPr sz="1200" dirty="0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19050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44">
            <a:extLst>
              <a:ext uri="{FF2B5EF4-FFF2-40B4-BE49-F238E27FC236}">
                <a16:creationId xmlns:a16="http://schemas.microsoft.com/office/drawing/2014/main" id="{28FF3AE0-410E-976A-7F87-F33191C42FAA}"/>
              </a:ext>
            </a:extLst>
          </p:cNvPr>
          <p:cNvSpPr>
            <a:spLocks noGrp="1"/>
          </p:cNvSpPr>
          <p:nvPr/>
        </p:nvSpPr>
        <p:spPr>
          <a:xfrm>
            <a:off x="6251956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964535"/>
            <a:ext cx="611677" cy="631250"/>
          </a:xfrm>
          <a:prstGeom prst="rect">
            <a:avLst/>
          </a:prstGeom>
        </p:spPr>
      </p:pic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2830" y="1382384"/>
            <a:ext cx="1141200" cy="1299380"/>
          </a:xfrm>
          <a:prstGeom prst="bentConnector3">
            <a:avLst>
              <a:gd name="adj1" fmla="val 70046"/>
            </a:avLst>
          </a:prstGeom>
          <a:ln w="19050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74320" y="1507420"/>
            <a:ext cx="5486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87D5440-3246-10D5-F543-8195B4DF01C5}"/>
              </a:ext>
            </a:extLst>
          </p:cNvPr>
          <p:cNvSpPr txBox="1"/>
          <p:nvPr/>
        </p:nvSpPr>
        <p:spPr>
          <a:xfrm>
            <a:off x="3024836" y="679734"/>
            <a:ext cx="6703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i</a:t>
            </a:r>
            <a:r>
              <a:rPr lang="en-US" altLang="ko-KR" sz="1100"/>
              <a:t>n-order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59</Words>
  <Application>Microsoft Office PowerPoint</Application>
  <DocSecurity>0</DocSecurity>
  <PresentationFormat>사용자 지정</PresentationFormat>
  <Paragraphs>24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민현 박</cp:lastModifiedBy>
  <cp:revision>19</cp:revision>
  <dcterms:created xsi:type="dcterms:W3CDTF">2026-08-11T11:18:04Z</dcterms:created>
  <dcterms:modified xsi:type="dcterms:W3CDTF">2026-08-15T13:57:39Z</dcterms:modified>
</cp:coreProperties>
</file>