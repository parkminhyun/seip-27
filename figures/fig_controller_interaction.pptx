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972800" cy="3657600"/>
  <p:notesSz cx="3657600" cy="10972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633472"/>
            <a:ext cx="10332720" cy="914400"/>
          </a:xfrm>
          <a:prstGeom prst="roundRect">
            <a:avLst>
              <a:gd name="adj" fmla="val 8000"/>
            </a:avLst>
          </a:prstGeom>
          <a:solidFill>
            <a:srgbClr val="F8FAFD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800" y="1234440"/>
            <a:ext cx="411480" cy="0"/>
          </a:xfrm>
          <a:prstGeom prst="line">
            <a:avLst/>
          </a:prstGeom>
          <a:noFill/>
          <a:ln w="17145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4617720" y="1234440"/>
            <a:ext cx="749808" cy="0"/>
          </a:xfrm>
          <a:prstGeom prst="line">
            <a:avLst/>
          </a:prstGeom>
          <a:noFill/>
          <a:ln w="17145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135624" y="1234440"/>
            <a:ext cx="475488" cy="0"/>
          </a:xfrm>
          <a:prstGeom prst="line">
            <a:avLst/>
          </a:prstGeom>
          <a:noFill/>
          <a:ln w="17145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379208" y="1234440"/>
            <a:ext cx="795528" cy="0"/>
          </a:xfrm>
          <a:prstGeom prst="line">
            <a:avLst/>
          </a:prstGeom>
          <a:noFill/>
          <a:ln w="17145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833104" y="1234440"/>
            <a:ext cx="557784" cy="0"/>
          </a:xfrm>
          <a:prstGeom prst="line">
            <a:avLst/>
          </a:prstGeom>
          <a:noFill/>
          <a:ln w="17145">
            <a:solidFill>
              <a:srgbClr val="14233E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537192" y="1234440"/>
            <a:ext cx="109728" cy="0"/>
          </a:xfrm>
          <a:prstGeom prst="line">
            <a:avLst/>
          </a:prstGeom>
          <a:noFill/>
          <a:ln w="17145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68680" y="1092708"/>
            <a:ext cx="0" cy="626364"/>
          </a:xfrm>
          <a:prstGeom prst="line">
            <a:avLst/>
          </a:prstGeom>
          <a:noFill/>
          <a:ln w="1714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868680" y="1719072"/>
            <a:ext cx="457200" cy="0"/>
          </a:xfrm>
          <a:prstGeom prst="line">
            <a:avLst/>
          </a:prstGeom>
          <a:noFill/>
          <a:ln w="1714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325880" y="1719072"/>
            <a:ext cx="0" cy="1133856"/>
          </a:xfrm>
          <a:prstGeom prst="line">
            <a:avLst/>
          </a:prstGeom>
          <a:noFill/>
          <a:ln w="17145">
            <a:solidFill>
              <a:srgbClr val="526477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74520" y="2852928"/>
            <a:ext cx="0" cy="-1188720"/>
          </a:xfrm>
          <a:prstGeom prst="line">
            <a:avLst/>
          </a:prstGeom>
          <a:noFill/>
          <a:ln w="17145">
            <a:solidFill>
              <a:srgbClr val="E56E2E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874520" y="1664208"/>
            <a:ext cx="-777240" cy="0"/>
          </a:xfrm>
          <a:prstGeom prst="line">
            <a:avLst/>
          </a:prstGeom>
          <a:noFill/>
          <a:ln w="17145">
            <a:solidFill>
              <a:srgbClr val="E56E2E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097280" y="1664208"/>
            <a:ext cx="0" cy="-356616"/>
          </a:xfrm>
          <a:prstGeom prst="line">
            <a:avLst/>
          </a:prstGeom>
          <a:noFill/>
          <a:ln w="17145">
            <a:solidFill>
              <a:srgbClr val="E56E2E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823960" y="2852928"/>
            <a:ext cx="0" cy="-640080"/>
          </a:xfrm>
          <a:prstGeom prst="line">
            <a:avLst/>
          </a:prstGeom>
          <a:noFill/>
          <a:ln w="17145">
            <a:solidFill>
              <a:srgbClr val="2476D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8823960" y="2212848"/>
            <a:ext cx="-2423160" cy="0"/>
          </a:xfrm>
          <a:prstGeom prst="line">
            <a:avLst/>
          </a:prstGeom>
          <a:noFill/>
          <a:ln w="17145">
            <a:solidFill>
              <a:srgbClr val="2476D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400800" y="2212848"/>
            <a:ext cx="0" cy="-457200"/>
          </a:xfrm>
          <a:prstGeom prst="line">
            <a:avLst/>
          </a:prstGeom>
          <a:noFill/>
          <a:ln w="17145">
            <a:solidFill>
              <a:srgbClr val="2476D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464040" y="1307592"/>
            <a:ext cx="0" cy="594360"/>
          </a:xfrm>
          <a:prstGeom prst="line">
            <a:avLst/>
          </a:prstGeom>
          <a:noFill/>
          <a:ln w="1714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464040" y="1901952"/>
            <a:ext cx="1143000" cy="0"/>
          </a:xfrm>
          <a:prstGeom prst="line">
            <a:avLst/>
          </a:prstGeom>
          <a:noFill/>
          <a:ln w="1714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607040" y="1901952"/>
            <a:ext cx="0" cy="658368"/>
          </a:xfrm>
          <a:prstGeom prst="line">
            <a:avLst/>
          </a:prstGeom>
          <a:noFill/>
          <a:ln w="17145">
            <a:solidFill>
              <a:srgbClr val="52647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343400" y="3127248"/>
            <a:ext cx="-1051560" cy="0"/>
          </a:xfrm>
          <a:prstGeom prst="line">
            <a:avLst/>
          </a:prstGeom>
          <a:noFill/>
          <a:ln w="17145">
            <a:solidFill>
              <a:srgbClr val="E56E2E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629400" y="3127248"/>
            <a:ext cx="1051560" cy="0"/>
          </a:xfrm>
          <a:prstGeom prst="line">
            <a:avLst/>
          </a:prstGeom>
          <a:noFill/>
          <a:ln w="17145">
            <a:solidFill>
              <a:srgbClr val="2476D2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457200" y="914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captures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926080" y="91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Draft Sequences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166360" y="9144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active Draft Sequence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57200" y="457200"/>
            <a:ext cx="187452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57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pPr algn="ctr" indent="0" marL="0">
              <a:buNone/>
            </a:pPr>
            <a:r>
              <a:rPr lang="en-US" sz="118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80" dirty="0"/>
          </a:p>
        </p:txBody>
      </p:sp>
      <p:sp>
        <p:nvSpPr>
          <p:cNvPr id="28" name="Shape 26"/>
          <p:cNvSpPr/>
          <p:nvPr/>
        </p:nvSpPr>
        <p:spPr>
          <a:xfrm>
            <a:off x="640080" y="763524"/>
            <a:ext cx="187452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76352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pPr algn="ctr" indent="0" marL="0">
              <a:buNone/>
            </a:pPr>
            <a:r>
              <a:rPr lang="en-US" sz="118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1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1097280" y="1069848"/>
            <a:ext cx="187452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0" y="106984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pPr algn="ctr" indent="0" marL="0">
              <a:buNone/>
            </a:pPr>
            <a:r>
              <a:rPr lang="en-US" sz="118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1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1180" dirty="0"/>
          </a:p>
        </p:txBody>
      </p:sp>
      <p:sp>
        <p:nvSpPr>
          <p:cNvPr id="32" name="Text 30"/>
          <p:cNvSpPr/>
          <p:nvPr/>
        </p:nvSpPr>
        <p:spPr>
          <a:xfrm>
            <a:off x="1234440" y="14447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captureAvailable release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1033272" y="1170432"/>
            <a:ext cx="128016" cy="128016"/>
          </a:xfrm>
          <a:prstGeom prst="rect">
            <a:avLst/>
          </a:prstGeom>
          <a:solidFill>
            <a:srgbClr val="E56E2E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3280" y="763524"/>
            <a:ext cx="109728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065">
            <a:solidFill>
              <a:srgbClr val="14233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0" y="7635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pPr algn="ctr" indent="0" marL="0">
              <a:buNone/>
            </a:pPr>
            <a:r>
              <a:rPr lang="en-US" sz="112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12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1120" dirty="0"/>
          </a:p>
        </p:txBody>
      </p:sp>
      <p:sp>
        <p:nvSpPr>
          <p:cNvPr id="36" name="Shape 34"/>
          <p:cNvSpPr/>
          <p:nvPr/>
        </p:nvSpPr>
        <p:spPr>
          <a:xfrm>
            <a:off x="3520440" y="1069848"/>
            <a:ext cx="109728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065">
            <a:solidFill>
              <a:srgbClr val="1423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10698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pPr algn="ctr" indent="0" marL="0">
              <a:buNone/>
            </a:pPr>
            <a:r>
              <a:rPr lang="en-US" sz="112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12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5184648" y="438912"/>
            <a:ext cx="502920" cy="210312"/>
          </a:xfrm>
          <a:prstGeom prst="roundRect">
            <a:avLst>
              <a:gd name="adj" fmla="val 15217"/>
            </a:avLst>
          </a:prstGeom>
          <a:solidFill>
            <a:srgbClr val="EAF3FF"/>
          </a:solidFill>
          <a:ln w="10160">
            <a:solidFill>
              <a:srgbClr val="2476D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84648" y="438912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pPr algn="ctr" indent="0" marL="0">
              <a:buNone/>
            </a:pPr>
            <a:r>
              <a:rPr lang="en-US" sz="900" b="1" i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724144" y="438912"/>
            <a:ext cx="19110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image processing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166360" y="685800"/>
            <a:ext cx="2468880" cy="1005840"/>
          </a:xfrm>
          <a:prstGeom prst="roundRect">
            <a:avLst>
              <a:gd name="adj" fmla="val 4545"/>
            </a:avLst>
          </a:prstGeom>
          <a:solidFill>
            <a:srgbClr val="FFFFFF">
              <a:alpha val="0"/>
            </a:srgbClr>
          </a:solidFill>
          <a:ln w="12700">
            <a:solidFill>
              <a:srgbClr val="2476D2"/>
            </a:solidFill>
            <a:prstDash val="dash"/>
          </a:ln>
        </p:spPr>
      </p:sp>
      <p:pic>
        <p:nvPicPr>
          <p:cNvPr id="42" name="Image 0" descr="optional multifram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5232" y="768096"/>
            <a:ext cx="932688" cy="932688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6611112" y="850392"/>
            <a:ext cx="768096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695603" y="1065459"/>
            <a:ext cx="230429" cy="368686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926031" y="1065459"/>
            <a:ext cx="230429" cy="368686"/>
          </a:xfrm>
          <a:prstGeom prst="rect">
            <a:avLst/>
          </a:prstGeom>
          <a:solidFill>
            <a:srgbClr val="EAF3FF"/>
          </a:solidFill>
          <a:ln w="12700">
            <a:solidFill>
              <a:srgbClr val="EAF3FF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749369" y="1119226"/>
            <a:ext cx="61448" cy="61448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726326" y="1272845"/>
            <a:ext cx="199705" cy="115214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95308" y="1203716"/>
            <a:ext cx="215067" cy="184343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926031" y="1065459"/>
            <a:ext cx="0" cy="368686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0" name="Shape 47"/>
          <p:cNvSpPr/>
          <p:nvPr/>
        </p:nvSpPr>
        <p:spPr>
          <a:xfrm>
            <a:off x="6695603" y="1065459"/>
            <a:ext cx="460858" cy="368686"/>
          </a:xfrm>
          <a:prstGeom prst="roundRect">
            <a:avLst>
              <a:gd name="adj" fmla="val 4960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141098" y="919521"/>
            <a:ext cx="138257" cy="138257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336792" y="1627632"/>
            <a:ext cx="128016" cy="128016"/>
          </a:xfrm>
          <a:prstGeom prst="rect">
            <a:avLst/>
          </a:prstGeom>
          <a:solidFill>
            <a:srgbClr val="2476D2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174736" y="905256"/>
            <a:ext cx="65836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319577" y="1023762"/>
            <a:ext cx="368686" cy="368686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78830" y="1181771"/>
            <a:ext cx="59253" cy="592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467710" y="1181771"/>
            <a:ext cx="59253" cy="59253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556589" y="1181771"/>
            <a:ext cx="59253" cy="5925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8181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&amp; saving</a:t>
            </a:r>
            <a:endParaRPr lang="en-US" sz="1080" dirty="0"/>
          </a:p>
        </p:txBody>
      </p:sp>
      <p:sp>
        <p:nvSpPr>
          <p:cNvPr id="59" name="Shape 56"/>
          <p:cNvSpPr/>
          <p:nvPr/>
        </p:nvSpPr>
        <p:spPr>
          <a:xfrm>
            <a:off x="9390888" y="1161288"/>
            <a:ext cx="146304" cy="146304"/>
          </a:xfrm>
          <a:prstGeom prst="ellipse">
            <a:avLst/>
          </a:prstGeom>
          <a:solidFill>
            <a:srgbClr val="526477"/>
          </a:solidFill>
          <a:ln w="9525">
            <a:solidFill>
              <a:srgbClr val="14233E"/>
            </a:solidFill>
            <a:prstDash val="solid"/>
          </a:ln>
        </p:spPr>
      </p:sp>
      <p:pic>
        <p:nvPicPr>
          <p:cNvPr id="60" name="Image 1" descr="draft imag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356" y="850392"/>
            <a:ext cx="749808" cy="749808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9582912" y="16367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image</a:t>
            </a:r>
            <a:endParaRPr lang="en-US" sz="1080" dirty="0"/>
          </a:p>
        </p:txBody>
      </p:sp>
      <p:sp>
        <p:nvSpPr>
          <p:cNvPr id="62" name="Text 58"/>
          <p:cNvSpPr/>
          <p:nvPr/>
        </p:nvSpPr>
        <p:spPr>
          <a:xfrm>
            <a:off x="3703320" y="23865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Budget-Aware Draft Controller</a:t>
            </a:r>
            <a:endParaRPr lang="en-US" sz="1440" dirty="0"/>
          </a:p>
        </p:txBody>
      </p:sp>
      <p:sp>
        <p:nvSpPr>
          <p:cNvPr id="63" name="Shape 59"/>
          <p:cNvSpPr/>
          <p:nvPr/>
        </p:nvSpPr>
        <p:spPr>
          <a:xfrm>
            <a:off x="1005840" y="2852928"/>
            <a:ext cx="228600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E56E2E"/>
            </a:solidFill>
            <a:prstDash val="solid"/>
          </a:ln>
        </p:spPr>
      </p:sp>
      <p:pic>
        <p:nvPicPr>
          <p:cNvPr id="64" name="Image 2" descr="pacin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2907792"/>
            <a:ext cx="438912" cy="438912"/>
          </a:xfrm>
          <a:prstGeom prst="rect">
            <a:avLst/>
          </a:prstGeom>
        </p:spPr>
      </p:pic>
      <p:sp>
        <p:nvSpPr>
          <p:cNvPr id="65" name="Text 60"/>
          <p:cNvSpPr/>
          <p:nvPr/>
        </p:nvSpPr>
        <p:spPr>
          <a:xfrm>
            <a:off x="1645920" y="2907792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Capture-Availability</a:t>
            </a:r>
            <a:endParaRPr lang="en-US" sz="1020" dirty="0"/>
          </a:p>
        </p:txBody>
      </p:sp>
      <p:sp>
        <p:nvSpPr>
          <p:cNvPr id="66" name="Text 61"/>
          <p:cNvSpPr/>
          <p:nvPr/>
        </p:nvSpPr>
        <p:spPr>
          <a:xfrm>
            <a:off x="1645920" y="3127248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Pacing</a:t>
            </a:r>
            <a:endParaRPr lang="en-US" sz="1020" dirty="0"/>
          </a:p>
        </p:txBody>
      </p:sp>
      <p:sp>
        <p:nvSpPr>
          <p:cNvPr id="67" name="Shape 62"/>
          <p:cNvSpPr/>
          <p:nvPr/>
        </p:nvSpPr>
        <p:spPr>
          <a:xfrm>
            <a:off x="4343400" y="2852928"/>
            <a:ext cx="228600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526477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4462272" y="2907792"/>
            <a:ext cx="438912" cy="438912"/>
          </a:xfrm>
          <a:prstGeom prst="ellipse">
            <a:avLst/>
          </a:prstGeom>
          <a:solidFill>
            <a:srgbClr val="F1F4F8"/>
          </a:solidFill>
          <a:ln w="13335">
            <a:solidFill>
              <a:srgbClr val="14233E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4545665" y="3175528"/>
            <a:ext cx="43891" cy="65837"/>
          </a:xfrm>
          <a:prstGeom prst="rect">
            <a:avLst/>
          </a:prstGeom>
          <a:solidFill>
            <a:srgbClr val="526477"/>
          </a:solidFill>
          <a:ln w="12700">
            <a:solidFill>
              <a:srgbClr val="526477">
                <a:alpha val="0"/>
              </a:srgbClr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>
            <a:off x="4611502" y="3140415"/>
            <a:ext cx="43891" cy="100950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4677339" y="3105302"/>
            <a:ext cx="43891" cy="136063"/>
          </a:xfrm>
          <a:prstGeom prst="rect">
            <a:avLst/>
          </a:prstGeom>
          <a:solidFill>
            <a:srgbClr val="14233E"/>
          </a:solidFill>
          <a:ln w="12700">
            <a:solidFill>
              <a:srgbClr val="14233E">
                <a:alpha val="0"/>
              </a:srgbClr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4690506" y="3105302"/>
            <a:ext cx="87782" cy="-92172"/>
          </a:xfrm>
          <a:prstGeom prst="line">
            <a:avLst/>
          </a:prstGeom>
          <a:noFill/>
          <a:ln w="14605">
            <a:solidFill>
              <a:srgbClr val="E56E2E"/>
            </a:solidFill>
            <a:prstDash val="solid"/>
            <a:headEnd type="none"/>
            <a:tailEnd type="none"/>
          </a:ln>
        </p:spPr>
      </p:sp>
      <p:sp>
        <p:nvSpPr>
          <p:cNvPr id="73" name="Shape 68"/>
          <p:cNvSpPr/>
          <p:nvPr/>
        </p:nvSpPr>
        <p:spPr>
          <a:xfrm>
            <a:off x="4670755" y="3085551"/>
            <a:ext cx="39502" cy="39502"/>
          </a:xfrm>
          <a:prstGeom prst="ellipse">
            <a:avLst/>
          </a:prstGeom>
          <a:solidFill>
            <a:srgbClr val="E56E2E"/>
          </a:solidFill>
          <a:ln w="6350">
            <a:solidFill>
              <a:srgbClr val="14233E"/>
            </a:solidFill>
            <a:prstDash val="solid"/>
          </a:ln>
        </p:spPr>
      </p:sp>
      <p:sp>
        <p:nvSpPr>
          <p:cNvPr id="74" name="Text 69"/>
          <p:cNvSpPr/>
          <p:nvPr/>
        </p:nvSpPr>
        <p:spPr>
          <a:xfrm>
            <a:off x="4946904" y="2907792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Model &amp;</a:t>
            </a:r>
            <a:endParaRPr lang="en-US" sz="1020" dirty="0"/>
          </a:p>
        </p:txBody>
      </p:sp>
      <p:sp>
        <p:nvSpPr>
          <p:cNvPr id="75" name="Text 70"/>
          <p:cNvSpPr/>
          <p:nvPr/>
        </p:nvSpPr>
        <p:spPr>
          <a:xfrm>
            <a:off x="4946904" y="3127248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Duration Estimates</a:t>
            </a:r>
            <a:endParaRPr lang="en-US" sz="1020" dirty="0"/>
          </a:p>
        </p:txBody>
      </p:sp>
      <p:sp>
        <p:nvSpPr>
          <p:cNvPr id="76" name="Shape 71"/>
          <p:cNvSpPr/>
          <p:nvPr/>
        </p:nvSpPr>
        <p:spPr>
          <a:xfrm>
            <a:off x="7680960" y="2852928"/>
            <a:ext cx="228600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solid"/>
          </a:ln>
        </p:spPr>
      </p:sp>
      <p:pic>
        <p:nvPicPr>
          <p:cNvPr id="77" name="Image 3" descr="admiss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832" y="2907792"/>
            <a:ext cx="438912" cy="438912"/>
          </a:xfrm>
          <a:prstGeom prst="rect">
            <a:avLst/>
          </a:prstGeom>
        </p:spPr>
      </p:pic>
      <p:sp>
        <p:nvSpPr>
          <p:cNvPr id="78" name="Text 72"/>
          <p:cNvSpPr/>
          <p:nvPr/>
        </p:nvSpPr>
        <p:spPr>
          <a:xfrm>
            <a:off x="8321040" y="2907792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Remaining-Sequence</a:t>
            </a:r>
            <a:endParaRPr lang="en-US" sz="1020" dirty="0"/>
          </a:p>
        </p:txBody>
      </p:sp>
      <p:sp>
        <p:nvSpPr>
          <p:cNvPr id="79" name="Text 73"/>
          <p:cNvSpPr/>
          <p:nvPr/>
        </p:nvSpPr>
        <p:spPr>
          <a:xfrm>
            <a:off x="8321040" y="3127248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</a:t>
            </a:r>
            <a:endParaRPr lang="en-US" sz="1020" dirty="0"/>
          </a:p>
        </p:txBody>
      </p:sp>
      <p:sp>
        <p:nvSpPr>
          <p:cNvPr id="80" name="Shape 74"/>
          <p:cNvSpPr/>
          <p:nvPr/>
        </p:nvSpPr>
        <p:spPr>
          <a:xfrm>
            <a:off x="1252728" y="2560320"/>
            <a:ext cx="146304" cy="146304"/>
          </a:xfrm>
          <a:prstGeom prst="rect">
            <a:avLst/>
          </a:prstGeom>
          <a:solidFill>
            <a:srgbClr val="526477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801368" y="2560320"/>
            <a:ext cx="146304" cy="146304"/>
          </a:xfrm>
          <a:prstGeom prst="rect">
            <a:avLst/>
          </a:prstGeom>
          <a:solidFill>
            <a:srgbClr val="E56E2E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8750808" y="2560320"/>
            <a:ext cx="146304" cy="146304"/>
          </a:xfrm>
          <a:prstGeom prst="rect">
            <a:avLst/>
          </a:prstGeom>
          <a:solidFill>
            <a:srgbClr val="2476D2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0533888" y="2560320"/>
            <a:ext cx="146304" cy="146304"/>
          </a:xfrm>
          <a:prstGeom prst="rect">
            <a:avLst/>
          </a:prstGeom>
          <a:solidFill>
            <a:srgbClr val="526477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137160" y="1810512"/>
            <a:ext cx="1051560" cy="420624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79"/>
          <p:cNvSpPr/>
          <p:nvPr/>
        </p:nvSpPr>
        <p:spPr>
          <a:xfrm>
            <a:off x="137160" y="181051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captureAvailable</a:t>
            </a:r>
            <a:endParaRPr lang="en-US" sz="1020" dirty="0"/>
          </a:p>
        </p:txBody>
      </p:sp>
      <p:sp>
        <p:nvSpPr>
          <p:cNvPr id="86" name="Text 80"/>
          <p:cNvSpPr/>
          <p:nvPr/>
        </p:nvSpPr>
        <p:spPr>
          <a:xfrm>
            <a:off x="137160" y="202996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020" dirty="0"/>
          </a:p>
        </p:txBody>
      </p:sp>
      <p:sp>
        <p:nvSpPr>
          <p:cNvPr id="87" name="Shape 81"/>
          <p:cNvSpPr/>
          <p:nvPr/>
        </p:nvSpPr>
        <p:spPr>
          <a:xfrm>
            <a:off x="2011680" y="1810512"/>
            <a:ext cx="1143000" cy="420624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2"/>
          <p:cNvSpPr/>
          <p:nvPr/>
        </p:nvSpPr>
        <p:spPr>
          <a:xfrm>
            <a:off x="2011680" y="181051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postpone delivery</a:t>
            </a:r>
            <a:endParaRPr lang="en-US" sz="1020" dirty="0"/>
          </a:p>
        </p:txBody>
      </p:sp>
      <p:sp>
        <p:nvSpPr>
          <p:cNvPr id="89" name="Text 83"/>
          <p:cNvSpPr/>
          <p:nvPr/>
        </p:nvSpPr>
        <p:spPr>
          <a:xfrm>
            <a:off x="2011680" y="202996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application</a:t>
            </a:r>
            <a:endParaRPr lang="en-US" sz="1020" dirty="0"/>
          </a:p>
        </p:txBody>
      </p:sp>
      <p:sp>
        <p:nvSpPr>
          <p:cNvPr id="90" name="Shape 84"/>
          <p:cNvSpPr/>
          <p:nvPr/>
        </p:nvSpPr>
        <p:spPr>
          <a:xfrm>
            <a:off x="6583680" y="2075688"/>
            <a:ext cx="2011680" cy="265176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Text 85"/>
          <p:cNvSpPr/>
          <p:nvPr/>
        </p:nvSpPr>
        <p:spPr>
          <a:xfrm>
            <a:off x="6583680" y="207568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 / skip optional stages</a:t>
            </a:r>
            <a:endParaRPr lang="en-US" sz="1100" dirty="0"/>
          </a:p>
        </p:txBody>
      </p:sp>
      <p:sp>
        <p:nvSpPr>
          <p:cNvPr id="92" name="Shape 86"/>
          <p:cNvSpPr/>
          <p:nvPr/>
        </p:nvSpPr>
        <p:spPr>
          <a:xfrm>
            <a:off x="8887968" y="1993392"/>
            <a:ext cx="1536192" cy="420624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7"/>
          <p:cNvSpPr/>
          <p:nvPr/>
        </p:nvSpPr>
        <p:spPr>
          <a:xfrm>
            <a:off x="8887968" y="19933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with measured</a:t>
            </a:r>
            <a:endParaRPr lang="en-US" sz="1050" dirty="0"/>
          </a:p>
        </p:txBody>
      </p:sp>
      <p:sp>
        <p:nvSpPr>
          <p:cNvPr id="94" name="Text 88"/>
          <p:cNvSpPr/>
          <p:nvPr/>
        </p:nvSpPr>
        <p:spPr>
          <a:xfrm>
            <a:off x="8887968" y="2212848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Sequence duration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SEIP 2027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Budget-Aware Draft Controller</dc:title>
  <dc:subject>Budget-Aware Draft Controller overview</dc:subject>
  <dc:creator>SEIP 2027 paper authors</dc:creator>
  <cp:lastModifiedBy>SEIP 2027 paper authors</cp:lastModifiedBy>
  <cp:revision>1</cp:revision>
  <dcterms:created xsi:type="dcterms:W3CDTF">2026-08-10T07:52:15Z</dcterms:created>
  <dcterms:modified xsi:type="dcterms:W3CDTF">2026-08-10T07:52:15Z</dcterms:modified>
</cp:coreProperties>
</file>