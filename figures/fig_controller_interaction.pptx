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"/>
  </p:notesMasterIdLst>
  <p:sldIdLst>
    <p:sldId id="256" r:id="rId2"/>
  </p:sldIdLst>
  <p:sldSz cx="10972800" cy="3776663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476D2"/>
    <a:srgbClr val="14233E"/>
    <a:srgbClr val="E56E2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448" autoAdjust="0"/>
    <p:restoredTop sz="95139" autoAdjust="0"/>
  </p:normalViewPr>
  <p:slideViewPr>
    <p:cSldViewPr snapToGrid="0" snapToObjects="1">
      <p:cViewPr>
        <p:scale>
          <a:sx n="150" d="100"/>
          <a:sy n="150" d="100"/>
        </p:scale>
        <p:origin x="1008" y="151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사각형: 둥근 모서리 68">
            <a:extLst>
              <a:ext uri="{FF2B5EF4-FFF2-40B4-BE49-F238E27FC236}">
                <a16:creationId xmlns:a16="http://schemas.microsoft.com/office/drawing/2014/main" id="{58136987-AA17-C50C-7FD1-44601F7337AF}"/>
              </a:ext>
            </a:extLst>
          </p:cNvPr>
          <p:cNvSpPr/>
          <p:nvPr/>
        </p:nvSpPr>
        <p:spPr>
          <a:xfrm>
            <a:off x="381000" y="2604974"/>
            <a:ext cx="10234613" cy="1014220"/>
          </a:xfrm>
          <a:prstGeom prst="roundRect">
            <a:avLst/>
          </a:prstGeom>
          <a:noFill/>
          <a:ln w="19050">
            <a:solidFill>
              <a:srgbClr val="14233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Shape 0">
            <a:extLst>
              <a:ext uri="{FF2B5EF4-FFF2-40B4-BE49-F238E27FC236}">
                <a16:creationId xmlns:a16="http://schemas.microsoft.com/office/drawing/2014/main" id="{6708C597-3717-4843-A1AD-A2C617688ADB}"/>
              </a:ext>
            </a:extLst>
          </p:cNvPr>
          <p:cNvSpPr>
            <a:spLocks noGrp="1"/>
          </p:cNvSpPr>
          <p:nvPr/>
        </p:nvSpPr>
        <p:spPr>
          <a:xfrm>
            <a:off x="274320" y="164592"/>
            <a:ext cx="2395728" cy="1883664"/>
          </a:xfrm>
          <a:prstGeom prst="roundRect">
            <a:avLst>
              <a:gd name="adj" fmla="val 2427"/>
            </a:avLst>
          </a:prstGeom>
          <a:solidFill>
            <a:srgbClr val="F7F9FC"/>
          </a:solidFill>
          <a:ln w="9525">
            <a:solidFill>
              <a:srgbClr val="D4DC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8B6C613-5457-4CF3-A353-6AF66F2EE3EA}"/>
              </a:ext>
            </a:extLst>
          </p:cNvPr>
          <p:cNvSpPr>
            <a:spLocks noGrp="1"/>
          </p:cNvSpPr>
          <p:nvPr/>
        </p:nvSpPr>
        <p:spPr>
          <a:xfrm>
            <a:off x="274320" y="164592"/>
            <a:ext cx="2395728" cy="310896"/>
          </a:xfrm>
          <a:prstGeom prst="roundRect">
            <a:avLst>
              <a:gd name="adj" fmla="val 14706"/>
            </a:avLst>
          </a:prstGeom>
          <a:solidFill>
            <a:srgbClr val="E7EDF6"/>
          </a:solidFill>
          <a:ln w="12700">
            <a:solidFill>
              <a:srgbClr val="E7EDF6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AFF69AE5-18C3-40C6-9A9E-CF9DE0A2BE98}"/>
              </a:ext>
            </a:extLst>
          </p:cNvPr>
          <p:cNvSpPr>
            <a:spLocks noGrp="1"/>
          </p:cNvSpPr>
          <p:nvPr/>
        </p:nvSpPr>
        <p:spPr>
          <a:xfrm>
            <a:off x="274320" y="320040"/>
            <a:ext cx="2395728" cy="155448"/>
          </a:xfrm>
          <a:prstGeom prst="rect">
            <a:avLst/>
          </a:prstGeom>
          <a:solidFill>
            <a:srgbClr val="E7EDF6"/>
          </a:solidFill>
          <a:ln w="12700">
            <a:solidFill>
              <a:srgbClr val="E7EDF6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6AAE229A-117F-43D7-8EA4-0043E4E993C3}"/>
              </a:ext>
            </a:extLst>
          </p:cNvPr>
          <p:cNvSpPr>
            <a:spLocks noGrp="1"/>
          </p:cNvSpPr>
          <p:nvPr/>
        </p:nvSpPr>
        <p:spPr>
          <a:xfrm>
            <a:off x="274320" y="475488"/>
            <a:ext cx="2395728" cy="0"/>
          </a:xfrm>
          <a:prstGeom prst="line">
            <a:avLst/>
          </a:prstGeom>
          <a:noFill/>
          <a:ln w="9525">
            <a:solidFill>
              <a:srgbClr val="D4DCE8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F1B4AFFC-BA22-4D11-AD44-E4946A83C3CF}"/>
              </a:ext>
            </a:extLst>
          </p:cNvPr>
          <p:cNvSpPr>
            <a:spLocks noGrp="1"/>
          </p:cNvSpPr>
          <p:nvPr/>
        </p:nvSpPr>
        <p:spPr>
          <a:xfrm>
            <a:off x="274320" y="164592"/>
            <a:ext cx="2395728" cy="31089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450" b="1">
                <a:solidFill>
                  <a:srgbClr val="14233E"/>
                </a:solidFill>
                <a:latin typeface="Arial"/>
                <a:ea typeface="Arial"/>
                <a:cs typeface="Arial"/>
              </a:rPr>
              <a:t>Parallel captures</a:t>
            </a:r>
            <a:endParaRPr sz="145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339588DD-2D0A-4896-8FF5-F25B24CEBCD6}"/>
              </a:ext>
            </a:extLst>
          </p:cNvPr>
          <p:cNvSpPr>
            <a:spLocks noGrp="1"/>
          </p:cNvSpPr>
          <p:nvPr/>
        </p:nvSpPr>
        <p:spPr>
          <a:xfrm>
            <a:off x="2944368" y="164592"/>
            <a:ext cx="2633472" cy="1883664"/>
          </a:xfrm>
          <a:prstGeom prst="roundRect">
            <a:avLst>
              <a:gd name="adj" fmla="val 2427"/>
            </a:avLst>
          </a:prstGeom>
          <a:solidFill>
            <a:srgbClr val="F7F9FC"/>
          </a:solidFill>
          <a:ln w="9525">
            <a:solidFill>
              <a:srgbClr val="D4DC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E187EEA9-45BB-4E29-938F-BE23C0EAF0F0}"/>
              </a:ext>
            </a:extLst>
          </p:cNvPr>
          <p:cNvSpPr>
            <a:spLocks noGrp="1"/>
          </p:cNvSpPr>
          <p:nvPr/>
        </p:nvSpPr>
        <p:spPr>
          <a:xfrm>
            <a:off x="2944368" y="164592"/>
            <a:ext cx="2633472" cy="310896"/>
          </a:xfrm>
          <a:prstGeom prst="roundRect">
            <a:avLst>
              <a:gd name="adj" fmla="val 14706"/>
            </a:avLst>
          </a:prstGeom>
          <a:solidFill>
            <a:srgbClr val="E7EDF6"/>
          </a:solidFill>
          <a:ln w="12700">
            <a:solidFill>
              <a:srgbClr val="E7EDF6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ED2E5ECB-D563-4745-8CBA-44EF39240FBD}"/>
              </a:ext>
            </a:extLst>
          </p:cNvPr>
          <p:cNvSpPr>
            <a:spLocks noGrp="1"/>
          </p:cNvSpPr>
          <p:nvPr/>
        </p:nvSpPr>
        <p:spPr>
          <a:xfrm>
            <a:off x="2944368" y="320040"/>
            <a:ext cx="2633472" cy="155448"/>
          </a:xfrm>
          <a:prstGeom prst="rect">
            <a:avLst/>
          </a:prstGeom>
          <a:solidFill>
            <a:srgbClr val="E7EDF6"/>
          </a:solidFill>
          <a:ln w="12700">
            <a:solidFill>
              <a:srgbClr val="E7EDF6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8F0BA95A-6D61-4F3E-973C-9A31320DC01C}"/>
              </a:ext>
            </a:extLst>
          </p:cNvPr>
          <p:cNvSpPr>
            <a:spLocks noGrp="1"/>
          </p:cNvSpPr>
          <p:nvPr/>
        </p:nvSpPr>
        <p:spPr>
          <a:xfrm>
            <a:off x="2944368" y="475488"/>
            <a:ext cx="2633472" cy="0"/>
          </a:xfrm>
          <a:prstGeom prst="line">
            <a:avLst/>
          </a:prstGeom>
          <a:noFill/>
          <a:ln w="9525">
            <a:solidFill>
              <a:srgbClr val="D4DCE8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81396D79-0A13-4E02-A6B6-EEC36B4E12F8}"/>
              </a:ext>
            </a:extLst>
          </p:cNvPr>
          <p:cNvSpPr>
            <a:spLocks noGrp="1"/>
          </p:cNvSpPr>
          <p:nvPr/>
        </p:nvSpPr>
        <p:spPr>
          <a:xfrm>
            <a:off x="2944368" y="164592"/>
            <a:ext cx="2633472" cy="31089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450" b="1">
                <a:solidFill>
                  <a:srgbClr val="14233E"/>
                </a:solidFill>
                <a:latin typeface="Arial"/>
                <a:ea typeface="Arial"/>
                <a:cs typeface="Arial"/>
              </a:rPr>
              <a:t>Pending Draft Sequences</a:t>
            </a:r>
            <a:endParaRPr sz="1450"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80AE8D0F-4259-4985-A599-F3C9D196FD68}"/>
              </a:ext>
            </a:extLst>
          </p:cNvPr>
          <p:cNvSpPr>
            <a:spLocks noGrp="1"/>
          </p:cNvSpPr>
          <p:nvPr/>
        </p:nvSpPr>
        <p:spPr>
          <a:xfrm>
            <a:off x="5852160" y="164592"/>
            <a:ext cx="4846320" cy="1883664"/>
          </a:xfrm>
          <a:prstGeom prst="roundRect">
            <a:avLst>
              <a:gd name="adj" fmla="val 2427"/>
            </a:avLst>
          </a:prstGeom>
          <a:solidFill>
            <a:srgbClr val="F7F9FC"/>
          </a:solidFill>
          <a:ln w="9525">
            <a:solidFill>
              <a:srgbClr val="D4DC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F00DD1AC-3D58-448A-8C27-CE9296E6AC36}"/>
              </a:ext>
            </a:extLst>
          </p:cNvPr>
          <p:cNvSpPr>
            <a:spLocks noGrp="1"/>
          </p:cNvSpPr>
          <p:nvPr/>
        </p:nvSpPr>
        <p:spPr>
          <a:xfrm>
            <a:off x="5852160" y="164592"/>
            <a:ext cx="4846320" cy="310896"/>
          </a:xfrm>
          <a:prstGeom prst="roundRect">
            <a:avLst>
              <a:gd name="adj" fmla="val 14706"/>
            </a:avLst>
          </a:prstGeom>
          <a:solidFill>
            <a:srgbClr val="E7EDF6"/>
          </a:solidFill>
          <a:ln w="12700">
            <a:solidFill>
              <a:srgbClr val="E7EDF6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42B04C79-045D-4C37-AA80-9A7114542EA6}"/>
              </a:ext>
            </a:extLst>
          </p:cNvPr>
          <p:cNvSpPr>
            <a:spLocks noGrp="1"/>
          </p:cNvSpPr>
          <p:nvPr/>
        </p:nvSpPr>
        <p:spPr>
          <a:xfrm>
            <a:off x="5852160" y="320040"/>
            <a:ext cx="4846320" cy="155448"/>
          </a:xfrm>
          <a:prstGeom prst="rect">
            <a:avLst/>
          </a:prstGeom>
          <a:solidFill>
            <a:srgbClr val="E7EDF6"/>
          </a:solidFill>
          <a:ln w="12700">
            <a:solidFill>
              <a:srgbClr val="E7EDF6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05FACCBF-3B29-4002-B818-DBC258914B03}"/>
              </a:ext>
            </a:extLst>
          </p:cNvPr>
          <p:cNvSpPr>
            <a:spLocks noGrp="1"/>
          </p:cNvSpPr>
          <p:nvPr/>
        </p:nvSpPr>
        <p:spPr>
          <a:xfrm>
            <a:off x="5852160" y="475488"/>
            <a:ext cx="4846320" cy="0"/>
          </a:xfrm>
          <a:prstGeom prst="line">
            <a:avLst/>
          </a:prstGeom>
          <a:noFill/>
          <a:ln w="9525">
            <a:solidFill>
              <a:srgbClr val="D4DCE8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90E8504C-C4D0-43AF-A031-01045DF7A542}"/>
              </a:ext>
            </a:extLst>
          </p:cNvPr>
          <p:cNvSpPr>
            <a:spLocks noGrp="1"/>
          </p:cNvSpPr>
          <p:nvPr/>
        </p:nvSpPr>
        <p:spPr>
          <a:xfrm>
            <a:off x="5504688" y="164592"/>
            <a:ext cx="4846320" cy="31089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450" b="1">
                <a:solidFill>
                  <a:srgbClr val="14233E"/>
                </a:solidFill>
                <a:latin typeface="Arial"/>
                <a:ea typeface="Arial"/>
                <a:cs typeface="Arial"/>
              </a:rPr>
              <a:t>One active Draft Sequence</a:t>
            </a:r>
            <a:endParaRPr sz="1450"/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3E070AD4-5DB0-4737-B928-F792D7AE167E}"/>
              </a:ext>
            </a:extLst>
          </p:cNvPr>
          <p:cNvSpPr>
            <a:spLocks noGrp="1"/>
          </p:cNvSpPr>
          <p:nvPr/>
        </p:nvSpPr>
        <p:spPr>
          <a:xfrm>
            <a:off x="3810000" y="2434649"/>
            <a:ext cx="3352800" cy="330200"/>
          </a:xfrm>
          <a:prstGeom prst="roundRect">
            <a:avLst>
              <a:gd name="adj" fmla="val 22851"/>
            </a:avLst>
          </a:prstGeom>
          <a:solidFill>
            <a:srgbClr val="14233E"/>
          </a:solidFill>
          <a:ln w="19050">
            <a:solidFill>
              <a:srgbClr val="14233E"/>
            </a:solidFill>
            <a:prstDash val="solid"/>
          </a:ln>
        </p:spPr>
        <p:txBody>
          <a:bodyPr/>
          <a:lstStyle/>
          <a:p>
            <a:endParaRPr dirty="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C49786E0-CA85-40B2-9E17-8598FA0FF4A0}"/>
              </a:ext>
            </a:extLst>
          </p:cNvPr>
          <p:cNvSpPr>
            <a:spLocks noGrp="1"/>
          </p:cNvSpPr>
          <p:nvPr/>
        </p:nvSpPr>
        <p:spPr>
          <a:xfrm>
            <a:off x="3810000" y="2434649"/>
            <a:ext cx="3352800" cy="3302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  <a:defRPr sz="1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lang="en-US" sz="1450" b="1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Budget-Aware Draft Controller</a:t>
            </a:r>
            <a:endParaRPr lang="en-US" sz="1450" dirty="0">
              <a:solidFill>
                <a:schemeClr val="bg1"/>
              </a:solidFill>
            </a:endParaRPr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E1E05F7B-70B6-4082-8865-FBC3D60D3032}"/>
              </a:ext>
            </a:extLst>
          </p:cNvPr>
          <p:cNvSpPr>
            <a:spLocks noGrp="1"/>
          </p:cNvSpPr>
          <p:nvPr/>
        </p:nvSpPr>
        <p:spPr>
          <a:xfrm>
            <a:off x="9238698" y="219456"/>
            <a:ext cx="566928" cy="201168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0795">
            <a:solidFill>
              <a:srgbClr val="2476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D159DD7C-72CD-4C07-8BB9-98368659D2F8}"/>
              </a:ext>
            </a:extLst>
          </p:cNvPr>
          <p:cNvSpPr>
            <a:spLocks noGrp="1"/>
          </p:cNvSpPr>
          <p:nvPr/>
        </p:nvSpPr>
        <p:spPr>
          <a:xfrm>
            <a:off x="9238698" y="219456"/>
            <a:ext cx="566928" cy="2011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050" b="1">
                <a:solidFill>
                  <a:srgbClr val="2476D2"/>
                </a:solidFill>
                <a:latin typeface="Arial"/>
                <a:ea typeface="Arial"/>
                <a:cs typeface="Arial"/>
              </a:rPr>
              <a:t>Draft </a:t>
            </a:r>
            <a:r>
              <a:rPr sz="1050" b="1" i="1">
                <a:solidFill>
                  <a:srgbClr val="2476D2"/>
                </a:solidFill>
                <a:latin typeface="Arial"/>
                <a:ea typeface="Arial"/>
                <a:cs typeface="Arial"/>
              </a:rPr>
              <a:t>i</a:t>
            </a:r>
            <a:endParaRPr sz="1050"/>
          </a:p>
        </p:txBody>
      </p:sp>
      <p:sp>
        <p:nvSpPr>
          <p:cNvPr id="24" name="Shape 22">
            <a:extLst>
              <a:ext uri="{FF2B5EF4-FFF2-40B4-BE49-F238E27FC236}">
                <a16:creationId xmlns:a16="http://schemas.microsoft.com/office/drawing/2014/main" id="{9860A2E1-ED62-42C8-9CA3-7A3206534039}"/>
              </a:ext>
            </a:extLst>
          </p:cNvPr>
          <p:cNvSpPr>
            <a:spLocks noGrp="1"/>
          </p:cNvSpPr>
          <p:nvPr/>
        </p:nvSpPr>
        <p:spPr>
          <a:xfrm>
            <a:off x="457200" y="758952"/>
            <a:ext cx="1298448" cy="347472"/>
          </a:xfrm>
          <a:prstGeom prst="roundRect">
            <a:avLst>
              <a:gd name="adj" fmla="val 11842"/>
            </a:avLst>
          </a:prstGeom>
          <a:solidFill>
            <a:srgbClr val="FFFFFF"/>
          </a:solidFill>
          <a:ln w="13335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716BF3E7-87FA-4715-9A96-FA095C1ABE0C}"/>
              </a:ext>
            </a:extLst>
          </p:cNvPr>
          <p:cNvSpPr>
            <a:spLocks noGrp="1"/>
          </p:cNvSpPr>
          <p:nvPr/>
        </p:nvSpPr>
        <p:spPr>
          <a:xfrm>
            <a:off x="457200" y="758952"/>
            <a:ext cx="1298448" cy="34747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250">
                <a:solidFill>
                  <a:srgbClr val="14233E"/>
                </a:solidFill>
                <a:latin typeface="Arial"/>
                <a:ea typeface="Arial"/>
                <a:cs typeface="Arial"/>
              </a:rPr>
              <a:t>Capture </a:t>
            </a:r>
            <a:r>
              <a:rPr sz="1250" i="1">
                <a:solidFill>
                  <a:srgbClr val="14233E"/>
                </a:solidFill>
                <a:latin typeface="Arial"/>
                <a:ea typeface="Arial"/>
                <a:cs typeface="Arial"/>
              </a:rPr>
              <a:t>i</a:t>
            </a:r>
            <a:endParaRPr sz="1250"/>
          </a:p>
        </p:txBody>
      </p:sp>
      <p:sp>
        <p:nvSpPr>
          <p:cNvPr id="28" name="Shape 26">
            <a:extLst>
              <a:ext uri="{FF2B5EF4-FFF2-40B4-BE49-F238E27FC236}">
                <a16:creationId xmlns:a16="http://schemas.microsoft.com/office/drawing/2014/main" id="{BC7B93B2-67A8-460A-A979-EF67840AC2EA}"/>
              </a:ext>
            </a:extLst>
          </p:cNvPr>
          <p:cNvSpPr>
            <a:spLocks noGrp="1"/>
          </p:cNvSpPr>
          <p:nvPr/>
        </p:nvSpPr>
        <p:spPr>
          <a:xfrm>
            <a:off x="1097280" y="1572768"/>
            <a:ext cx="1298448" cy="347472"/>
          </a:xfrm>
          <a:prstGeom prst="roundRect">
            <a:avLst>
              <a:gd name="adj" fmla="val 11842"/>
            </a:avLst>
          </a:prstGeom>
          <a:solidFill>
            <a:srgbClr val="FFFFFF"/>
          </a:solidFill>
          <a:ln w="13335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Text 27">
            <a:extLst>
              <a:ext uri="{FF2B5EF4-FFF2-40B4-BE49-F238E27FC236}">
                <a16:creationId xmlns:a16="http://schemas.microsoft.com/office/drawing/2014/main" id="{EB8F62CF-01D8-47BC-BE3F-CBEF7E66E93F}"/>
              </a:ext>
            </a:extLst>
          </p:cNvPr>
          <p:cNvSpPr>
            <a:spLocks noGrp="1"/>
          </p:cNvSpPr>
          <p:nvPr/>
        </p:nvSpPr>
        <p:spPr>
          <a:xfrm>
            <a:off x="1097280" y="1572768"/>
            <a:ext cx="1298448" cy="34747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250">
                <a:solidFill>
                  <a:srgbClr val="14233E"/>
                </a:solidFill>
                <a:latin typeface="Arial"/>
                <a:ea typeface="Arial"/>
                <a:cs typeface="Arial"/>
              </a:rPr>
              <a:t>Capture </a:t>
            </a:r>
            <a:r>
              <a:rPr sz="1250" i="1">
                <a:solidFill>
                  <a:srgbClr val="14233E"/>
                </a:solidFill>
                <a:latin typeface="Arial"/>
                <a:ea typeface="Arial"/>
                <a:cs typeface="Arial"/>
              </a:rPr>
              <a:t>i</a:t>
            </a:r>
            <a:r>
              <a:rPr sz="1250">
                <a:solidFill>
                  <a:srgbClr val="14233E"/>
                </a:solidFill>
                <a:latin typeface="Arial"/>
                <a:ea typeface="Arial"/>
                <a:cs typeface="Arial"/>
              </a:rPr>
              <a:t>+2</a:t>
            </a:r>
            <a:endParaRPr sz="1250"/>
          </a:p>
        </p:txBody>
      </p:sp>
      <p:sp>
        <p:nvSpPr>
          <p:cNvPr id="30" name="Shape 28">
            <a:extLst>
              <a:ext uri="{FF2B5EF4-FFF2-40B4-BE49-F238E27FC236}">
                <a16:creationId xmlns:a16="http://schemas.microsoft.com/office/drawing/2014/main" id="{BE606E8E-3595-4B98-BC33-1049BC1C1363}"/>
              </a:ext>
            </a:extLst>
          </p:cNvPr>
          <p:cNvSpPr>
            <a:spLocks noGrp="1"/>
          </p:cNvSpPr>
          <p:nvPr/>
        </p:nvSpPr>
        <p:spPr>
          <a:xfrm>
            <a:off x="1755648" y="932688"/>
            <a:ext cx="804672" cy="0"/>
          </a:xfrm>
          <a:prstGeom prst="line">
            <a:avLst/>
          </a:prstGeom>
          <a:noFill/>
          <a:ln w="19050">
            <a:solidFill>
              <a:srgbClr val="14233E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31" name="Shape 29">
            <a:extLst>
              <a:ext uri="{FF2B5EF4-FFF2-40B4-BE49-F238E27FC236}">
                <a16:creationId xmlns:a16="http://schemas.microsoft.com/office/drawing/2014/main" id="{4BA0A33E-86CA-4E48-BDE9-E620E96D106A}"/>
              </a:ext>
            </a:extLst>
          </p:cNvPr>
          <p:cNvSpPr>
            <a:spLocks noGrp="1"/>
          </p:cNvSpPr>
          <p:nvPr/>
        </p:nvSpPr>
        <p:spPr>
          <a:xfrm>
            <a:off x="2395728" y="1746504"/>
            <a:ext cx="164592" cy="0"/>
          </a:xfrm>
          <a:prstGeom prst="line">
            <a:avLst/>
          </a:prstGeom>
          <a:noFill/>
          <a:ln w="19050">
            <a:solidFill>
              <a:srgbClr val="14233E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32" name="Shape 30">
            <a:extLst>
              <a:ext uri="{FF2B5EF4-FFF2-40B4-BE49-F238E27FC236}">
                <a16:creationId xmlns:a16="http://schemas.microsoft.com/office/drawing/2014/main" id="{22239103-021D-406C-A1AA-4C9A5D0373BC}"/>
              </a:ext>
            </a:extLst>
          </p:cNvPr>
          <p:cNvSpPr>
            <a:spLocks noGrp="1"/>
          </p:cNvSpPr>
          <p:nvPr/>
        </p:nvSpPr>
        <p:spPr>
          <a:xfrm>
            <a:off x="2560320" y="932688"/>
            <a:ext cx="0" cy="813816"/>
          </a:xfrm>
          <a:prstGeom prst="line">
            <a:avLst/>
          </a:prstGeom>
          <a:noFill/>
          <a:ln w="19050">
            <a:solidFill>
              <a:srgbClr val="14233E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33" name="Shape 31">
            <a:extLst>
              <a:ext uri="{FF2B5EF4-FFF2-40B4-BE49-F238E27FC236}">
                <a16:creationId xmlns:a16="http://schemas.microsoft.com/office/drawing/2014/main" id="{72BFAD81-EB86-4E1C-9EB6-828BCC95C713}"/>
              </a:ext>
            </a:extLst>
          </p:cNvPr>
          <p:cNvSpPr>
            <a:spLocks noGrp="1"/>
          </p:cNvSpPr>
          <p:nvPr/>
        </p:nvSpPr>
        <p:spPr>
          <a:xfrm>
            <a:off x="2011680" y="1280160"/>
            <a:ext cx="1078992" cy="0"/>
          </a:xfrm>
          <a:prstGeom prst="line">
            <a:avLst/>
          </a:prstGeom>
          <a:noFill/>
          <a:ln w="17780">
            <a:solidFill>
              <a:srgbClr val="14233E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34" name="Shape 32">
            <a:extLst>
              <a:ext uri="{FF2B5EF4-FFF2-40B4-BE49-F238E27FC236}">
                <a16:creationId xmlns:a16="http://schemas.microsoft.com/office/drawing/2014/main" id="{F49CF741-B189-4FA3-B9E2-393E0BD59B85}"/>
              </a:ext>
            </a:extLst>
          </p:cNvPr>
          <p:cNvSpPr>
            <a:spLocks noGrp="1"/>
          </p:cNvSpPr>
          <p:nvPr/>
        </p:nvSpPr>
        <p:spPr>
          <a:xfrm>
            <a:off x="2514600" y="1234440"/>
            <a:ext cx="91440" cy="91440"/>
          </a:xfrm>
          <a:prstGeom prst="ellipse">
            <a:avLst/>
          </a:prstGeom>
          <a:solidFill>
            <a:srgbClr val="14233E"/>
          </a:solidFill>
          <a:ln w="6350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6" name="Shape 34">
            <a:extLst>
              <a:ext uri="{FF2B5EF4-FFF2-40B4-BE49-F238E27FC236}">
                <a16:creationId xmlns:a16="http://schemas.microsoft.com/office/drawing/2014/main" id="{60A2891B-5C5D-4C75-B29D-0A878063A2F4}"/>
              </a:ext>
            </a:extLst>
          </p:cNvPr>
          <p:cNvSpPr>
            <a:spLocks noGrp="1"/>
          </p:cNvSpPr>
          <p:nvPr/>
        </p:nvSpPr>
        <p:spPr>
          <a:xfrm>
            <a:off x="3090672" y="914400"/>
            <a:ext cx="2340864" cy="731520"/>
          </a:xfrm>
          <a:prstGeom prst="roundRect">
            <a:avLst>
              <a:gd name="adj" fmla="val 6250"/>
            </a:avLst>
          </a:prstGeom>
          <a:solidFill>
            <a:srgbClr val="ECF1F8"/>
          </a:solidFill>
          <a:ln w="13970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Shape 35">
            <a:extLst>
              <a:ext uri="{FF2B5EF4-FFF2-40B4-BE49-F238E27FC236}">
                <a16:creationId xmlns:a16="http://schemas.microsoft.com/office/drawing/2014/main" id="{F6626D45-89C3-4781-8641-B2177DC0C81F}"/>
              </a:ext>
            </a:extLst>
          </p:cNvPr>
          <p:cNvSpPr>
            <a:spLocks noGrp="1"/>
          </p:cNvSpPr>
          <p:nvPr/>
        </p:nvSpPr>
        <p:spPr>
          <a:xfrm>
            <a:off x="3172968" y="1069848"/>
            <a:ext cx="384048" cy="420624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2476D2"/>
            </a:solidFill>
            <a:prstDash val="dash"/>
          </a:ln>
        </p:spPr>
        <p:txBody>
          <a:bodyPr/>
          <a:lstStyle/>
          <a:p>
            <a:endParaRPr/>
          </a:p>
        </p:txBody>
      </p:sp>
      <p:sp>
        <p:nvSpPr>
          <p:cNvPr id="38" name="Shape 36">
            <a:extLst>
              <a:ext uri="{FF2B5EF4-FFF2-40B4-BE49-F238E27FC236}">
                <a16:creationId xmlns:a16="http://schemas.microsoft.com/office/drawing/2014/main" id="{C6F97C46-5473-42C3-8A64-0BFA05C993C3}"/>
              </a:ext>
            </a:extLst>
          </p:cNvPr>
          <p:cNvSpPr>
            <a:spLocks noGrp="1"/>
          </p:cNvSpPr>
          <p:nvPr/>
        </p:nvSpPr>
        <p:spPr>
          <a:xfrm>
            <a:off x="3639312" y="1069848"/>
            <a:ext cx="813816" cy="420624"/>
          </a:xfrm>
          <a:prstGeom prst="roundRect">
            <a:avLst>
              <a:gd name="adj" fmla="val 7609"/>
            </a:avLst>
          </a:prstGeom>
          <a:solidFill>
            <a:srgbClr val="FFFFFF"/>
          </a:solidFill>
          <a:ln w="12700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Text 37">
            <a:extLst>
              <a:ext uri="{FF2B5EF4-FFF2-40B4-BE49-F238E27FC236}">
                <a16:creationId xmlns:a16="http://schemas.microsoft.com/office/drawing/2014/main" id="{CB7F5CB5-8930-46CC-8DA1-161F5C17B938}"/>
              </a:ext>
            </a:extLst>
          </p:cNvPr>
          <p:cNvSpPr>
            <a:spLocks noGrp="1"/>
          </p:cNvSpPr>
          <p:nvPr/>
        </p:nvSpPr>
        <p:spPr>
          <a:xfrm>
            <a:off x="3639312" y="1069848"/>
            <a:ext cx="813816" cy="420624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20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Draft </a:t>
            </a:r>
            <a:r>
              <a:rPr sz="1200" i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i</a:t>
            </a:r>
            <a:r>
              <a:rPr sz="120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+</a:t>
            </a:r>
            <a:r>
              <a:rPr lang="en-US" sz="120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1</a:t>
            </a:r>
            <a:endParaRPr sz="1200" dirty="0"/>
          </a:p>
        </p:txBody>
      </p:sp>
      <p:sp>
        <p:nvSpPr>
          <p:cNvPr id="40" name="Shape 38">
            <a:extLst>
              <a:ext uri="{FF2B5EF4-FFF2-40B4-BE49-F238E27FC236}">
                <a16:creationId xmlns:a16="http://schemas.microsoft.com/office/drawing/2014/main" id="{F6DE57DF-A916-4359-9BAC-C3BC45E93C5E}"/>
              </a:ext>
            </a:extLst>
          </p:cNvPr>
          <p:cNvSpPr>
            <a:spLocks noGrp="1"/>
          </p:cNvSpPr>
          <p:nvPr/>
        </p:nvSpPr>
        <p:spPr>
          <a:xfrm>
            <a:off x="4535424" y="1069848"/>
            <a:ext cx="813816" cy="420624"/>
          </a:xfrm>
          <a:prstGeom prst="roundRect">
            <a:avLst>
              <a:gd name="adj" fmla="val 7609"/>
            </a:avLst>
          </a:prstGeom>
          <a:solidFill>
            <a:srgbClr val="FFFFFF"/>
          </a:solidFill>
          <a:ln w="12700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Text 39">
            <a:extLst>
              <a:ext uri="{FF2B5EF4-FFF2-40B4-BE49-F238E27FC236}">
                <a16:creationId xmlns:a16="http://schemas.microsoft.com/office/drawing/2014/main" id="{5E721CFC-0484-441E-931B-316CD9F40DFA}"/>
              </a:ext>
            </a:extLst>
          </p:cNvPr>
          <p:cNvSpPr>
            <a:spLocks noGrp="1"/>
          </p:cNvSpPr>
          <p:nvPr/>
        </p:nvSpPr>
        <p:spPr>
          <a:xfrm>
            <a:off x="4535424" y="1069848"/>
            <a:ext cx="813816" cy="420624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20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Draft </a:t>
            </a:r>
            <a:r>
              <a:rPr sz="1200" i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i</a:t>
            </a:r>
            <a:r>
              <a:rPr sz="120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+</a:t>
            </a:r>
            <a:r>
              <a:rPr lang="en-US" sz="120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2</a:t>
            </a:r>
            <a:endParaRPr sz="1200" dirty="0"/>
          </a:p>
        </p:txBody>
      </p:sp>
      <p:sp>
        <p:nvSpPr>
          <p:cNvPr id="42" name="Shape 40">
            <a:extLst>
              <a:ext uri="{FF2B5EF4-FFF2-40B4-BE49-F238E27FC236}">
                <a16:creationId xmlns:a16="http://schemas.microsoft.com/office/drawing/2014/main" id="{58ACA8A7-7FA2-4C09-8970-4D99707E49AD}"/>
              </a:ext>
            </a:extLst>
          </p:cNvPr>
          <p:cNvSpPr>
            <a:spLocks noGrp="1"/>
          </p:cNvSpPr>
          <p:nvPr/>
        </p:nvSpPr>
        <p:spPr>
          <a:xfrm>
            <a:off x="5431536" y="1280160"/>
            <a:ext cx="676656" cy="0"/>
          </a:xfrm>
          <a:prstGeom prst="line">
            <a:avLst/>
          </a:prstGeom>
          <a:noFill/>
          <a:ln w="17780">
            <a:solidFill>
              <a:srgbClr val="14233E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43" name="Text 41">
            <a:extLst>
              <a:ext uri="{FF2B5EF4-FFF2-40B4-BE49-F238E27FC236}">
                <a16:creationId xmlns:a16="http://schemas.microsoft.com/office/drawing/2014/main" id="{B080A74A-129F-4B94-ADB5-44AC8E66D312}"/>
              </a:ext>
            </a:extLst>
          </p:cNvPr>
          <p:cNvSpPr>
            <a:spLocks noGrp="1"/>
          </p:cNvSpPr>
          <p:nvPr/>
        </p:nvSpPr>
        <p:spPr>
          <a:xfrm>
            <a:off x="6108192" y="530352"/>
            <a:ext cx="2029968" cy="2011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200" b="1" dirty="0">
                <a:solidFill>
                  <a:srgbClr val="2476D2"/>
                </a:solidFill>
                <a:latin typeface="Arial"/>
                <a:ea typeface="Arial"/>
                <a:cs typeface="Arial"/>
              </a:rPr>
              <a:t>Optional </a:t>
            </a:r>
            <a:r>
              <a:rPr lang="en-US" sz="1200" b="1" dirty="0">
                <a:solidFill>
                  <a:srgbClr val="2476D2"/>
                </a:solidFill>
                <a:latin typeface="Arial"/>
                <a:ea typeface="Arial"/>
                <a:cs typeface="Arial"/>
              </a:rPr>
              <a:t>stages</a:t>
            </a:r>
            <a:endParaRPr sz="1200" dirty="0"/>
          </a:p>
        </p:txBody>
      </p:sp>
      <p:sp>
        <p:nvSpPr>
          <p:cNvPr id="44" name="Shape 42">
            <a:extLst>
              <a:ext uri="{FF2B5EF4-FFF2-40B4-BE49-F238E27FC236}">
                <a16:creationId xmlns:a16="http://schemas.microsoft.com/office/drawing/2014/main" id="{4C7FA2AD-4910-4255-AA80-E3BD62C4E20D}"/>
              </a:ext>
            </a:extLst>
          </p:cNvPr>
          <p:cNvSpPr>
            <a:spLocks noGrp="1"/>
          </p:cNvSpPr>
          <p:nvPr/>
        </p:nvSpPr>
        <p:spPr>
          <a:xfrm>
            <a:off x="6108192" y="786384"/>
            <a:ext cx="2029968" cy="987552"/>
          </a:xfrm>
          <a:prstGeom prst="roundRect">
            <a:avLst>
              <a:gd name="adj" fmla="val 4630"/>
            </a:avLst>
          </a:prstGeom>
          <a:solidFill>
            <a:srgbClr val="EFF5FE"/>
          </a:solidFill>
          <a:ln w="13335">
            <a:solidFill>
              <a:srgbClr val="2476D2"/>
            </a:solidFill>
            <a:prstDash val="dash"/>
          </a:ln>
        </p:spPr>
        <p:txBody>
          <a:bodyPr/>
          <a:lstStyle/>
          <a:p>
            <a:endParaRPr/>
          </a:p>
        </p:txBody>
      </p:sp>
      <p:pic>
        <p:nvPicPr>
          <p:cNvPr id="147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6208" y="914400"/>
            <a:ext cx="731520" cy="731520"/>
          </a:xfrm>
          <a:prstGeom prst="rect">
            <a:avLst/>
          </a:prstGeom>
        </p:spPr>
      </p:pic>
      <p:sp>
        <p:nvSpPr>
          <p:cNvPr id="46" name="Shape 43">
            <a:extLst>
              <a:ext uri="{FF2B5EF4-FFF2-40B4-BE49-F238E27FC236}">
                <a16:creationId xmlns:a16="http://schemas.microsoft.com/office/drawing/2014/main" id="{B1D5CF20-C351-4FA2-B7F2-2FC56A4AB93A}"/>
              </a:ext>
            </a:extLst>
          </p:cNvPr>
          <p:cNvSpPr>
            <a:spLocks noGrp="1"/>
          </p:cNvSpPr>
          <p:nvPr/>
        </p:nvSpPr>
        <p:spPr>
          <a:xfrm>
            <a:off x="6967728" y="1280160"/>
            <a:ext cx="310896" cy="0"/>
          </a:xfrm>
          <a:prstGeom prst="line">
            <a:avLst/>
          </a:prstGeom>
          <a:noFill/>
          <a:ln w="13335">
            <a:solidFill>
              <a:srgbClr val="14233E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47" name="Shape 44">
            <a:extLst>
              <a:ext uri="{FF2B5EF4-FFF2-40B4-BE49-F238E27FC236}">
                <a16:creationId xmlns:a16="http://schemas.microsoft.com/office/drawing/2014/main" id="{9EF41727-C90D-41DB-AF32-DF0CF3048230}"/>
              </a:ext>
            </a:extLst>
          </p:cNvPr>
          <p:cNvSpPr>
            <a:spLocks noGrp="1"/>
          </p:cNvSpPr>
          <p:nvPr/>
        </p:nvSpPr>
        <p:spPr>
          <a:xfrm>
            <a:off x="7278624" y="914400"/>
            <a:ext cx="731520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3335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8" name="Shape 45">
            <a:extLst>
              <a:ext uri="{FF2B5EF4-FFF2-40B4-BE49-F238E27FC236}">
                <a16:creationId xmlns:a16="http://schemas.microsoft.com/office/drawing/2014/main" id="{2595ACAC-5372-4C34-B3C5-ABCC6CCF9D1B}"/>
              </a:ext>
            </a:extLst>
          </p:cNvPr>
          <p:cNvSpPr>
            <a:spLocks noGrp="1"/>
          </p:cNvSpPr>
          <p:nvPr/>
        </p:nvSpPr>
        <p:spPr>
          <a:xfrm>
            <a:off x="7363854" y="1157330"/>
            <a:ext cx="219456" cy="351130"/>
          </a:xfrm>
          <a:prstGeom prst="rect">
            <a:avLst/>
          </a:prstGeom>
          <a:solidFill>
            <a:srgbClr val="F1F4F8"/>
          </a:solidFill>
          <a:ln w="12700">
            <a:solidFill>
              <a:srgbClr val="F1F4F8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Shape 46">
            <a:extLst>
              <a:ext uri="{FF2B5EF4-FFF2-40B4-BE49-F238E27FC236}">
                <a16:creationId xmlns:a16="http://schemas.microsoft.com/office/drawing/2014/main" id="{196F7AAB-9F93-4949-A910-20B32F0C8DF3}"/>
              </a:ext>
            </a:extLst>
          </p:cNvPr>
          <p:cNvSpPr>
            <a:spLocks noGrp="1"/>
          </p:cNvSpPr>
          <p:nvPr/>
        </p:nvSpPr>
        <p:spPr>
          <a:xfrm>
            <a:off x="7583310" y="1157330"/>
            <a:ext cx="219456" cy="351130"/>
          </a:xfrm>
          <a:prstGeom prst="rect">
            <a:avLst/>
          </a:prstGeom>
          <a:solidFill>
            <a:srgbClr val="EFF5FE"/>
          </a:solidFill>
          <a:ln w="12700">
            <a:solidFill>
              <a:srgbClr val="EFF5FE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0" name="Shape 47">
            <a:extLst>
              <a:ext uri="{FF2B5EF4-FFF2-40B4-BE49-F238E27FC236}">
                <a16:creationId xmlns:a16="http://schemas.microsoft.com/office/drawing/2014/main" id="{75FBB665-42D4-493D-9B82-DB2713D2F79F}"/>
              </a:ext>
            </a:extLst>
          </p:cNvPr>
          <p:cNvSpPr>
            <a:spLocks noGrp="1"/>
          </p:cNvSpPr>
          <p:nvPr/>
        </p:nvSpPr>
        <p:spPr>
          <a:xfrm>
            <a:off x="7415061" y="1208536"/>
            <a:ext cx="58522" cy="58522"/>
          </a:xfrm>
          <a:prstGeom prst="ellipse">
            <a:avLst/>
          </a:prstGeom>
          <a:solidFill>
            <a:srgbClr val="708CB5"/>
          </a:solidFill>
          <a:ln w="5715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Shape 48">
            <a:extLst>
              <a:ext uri="{FF2B5EF4-FFF2-40B4-BE49-F238E27FC236}">
                <a16:creationId xmlns:a16="http://schemas.microsoft.com/office/drawing/2014/main" id="{7D5C71CE-7C95-47EF-84C4-1218A7C492C1}"/>
              </a:ext>
            </a:extLst>
          </p:cNvPr>
          <p:cNvSpPr>
            <a:spLocks noGrp="1"/>
          </p:cNvSpPr>
          <p:nvPr/>
        </p:nvSpPr>
        <p:spPr>
          <a:xfrm>
            <a:off x="7393115" y="1354840"/>
            <a:ext cx="190195" cy="109728"/>
          </a:xfrm>
          <a:prstGeom prst="triangle">
            <a:avLst/>
          </a:prstGeom>
          <a:solidFill>
            <a:srgbClr val="6A83AC"/>
          </a:solidFill>
          <a:ln w="5715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2" name="Shape 49">
            <a:extLst>
              <a:ext uri="{FF2B5EF4-FFF2-40B4-BE49-F238E27FC236}">
                <a16:creationId xmlns:a16="http://schemas.microsoft.com/office/drawing/2014/main" id="{35B823E7-D2A2-418B-AEAD-CB31FF57A468}"/>
              </a:ext>
            </a:extLst>
          </p:cNvPr>
          <p:cNvSpPr>
            <a:spLocks noGrp="1"/>
          </p:cNvSpPr>
          <p:nvPr/>
        </p:nvSpPr>
        <p:spPr>
          <a:xfrm>
            <a:off x="7554049" y="1289003"/>
            <a:ext cx="204826" cy="175565"/>
          </a:xfrm>
          <a:prstGeom prst="triangle">
            <a:avLst/>
          </a:prstGeom>
          <a:solidFill>
            <a:srgbClr val="405F8E"/>
          </a:solidFill>
          <a:ln w="5715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Shape 50">
            <a:extLst>
              <a:ext uri="{FF2B5EF4-FFF2-40B4-BE49-F238E27FC236}">
                <a16:creationId xmlns:a16="http://schemas.microsoft.com/office/drawing/2014/main" id="{15BD275B-BC4D-4A27-8166-43EE8FC19755}"/>
              </a:ext>
            </a:extLst>
          </p:cNvPr>
          <p:cNvSpPr>
            <a:spLocks noGrp="1"/>
          </p:cNvSpPr>
          <p:nvPr/>
        </p:nvSpPr>
        <p:spPr>
          <a:xfrm>
            <a:off x="7583310" y="1157330"/>
            <a:ext cx="0" cy="351130"/>
          </a:xfrm>
          <a:prstGeom prst="line">
            <a:avLst/>
          </a:prstGeom>
          <a:noFill/>
          <a:ln w="10160">
            <a:solidFill>
              <a:srgbClr val="FFFFFF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54" name="Shape 51">
            <a:extLst>
              <a:ext uri="{FF2B5EF4-FFF2-40B4-BE49-F238E27FC236}">
                <a16:creationId xmlns:a16="http://schemas.microsoft.com/office/drawing/2014/main" id="{371D73B1-03C3-4737-B2FC-705AB89C798D}"/>
              </a:ext>
            </a:extLst>
          </p:cNvPr>
          <p:cNvSpPr>
            <a:spLocks noGrp="1"/>
          </p:cNvSpPr>
          <p:nvPr/>
        </p:nvSpPr>
        <p:spPr>
          <a:xfrm>
            <a:off x="7373380" y="1162093"/>
            <a:ext cx="438912" cy="351130"/>
          </a:xfrm>
          <a:prstGeom prst="roundRect">
            <a:avLst>
              <a:gd name="adj" fmla="val 5208"/>
            </a:avLst>
          </a:prstGeom>
          <a:solidFill>
            <a:srgbClr val="FFFFFF">
              <a:alpha val="0"/>
            </a:srgbClr>
          </a:solidFill>
          <a:ln w="11430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Shape 52">
            <a:extLst>
              <a:ext uri="{FF2B5EF4-FFF2-40B4-BE49-F238E27FC236}">
                <a16:creationId xmlns:a16="http://schemas.microsoft.com/office/drawing/2014/main" id="{8C0428F2-1006-46A0-A26E-4CFBDFF8032B}"/>
              </a:ext>
            </a:extLst>
          </p:cNvPr>
          <p:cNvSpPr>
            <a:spLocks noGrp="1"/>
          </p:cNvSpPr>
          <p:nvPr/>
        </p:nvSpPr>
        <p:spPr>
          <a:xfrm>
            <a:off x="7797662" y="1023104"/>
            <a:ext cx="131674" cy="131674"/>
          </a:xfrm>
          <a:prstGeom prst="star4">
            <a:avLst/>
          </a:prstGeom>
          <a:solidFill>
            <a:srgbClr val="2476D2"/>
          </a:solidFill>
          <a:ln w="5715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6" name="Shape 53">
            <a:extLst>
              <a:ext uri="{FF2B5EF4-FFF2-40B4-BE49-F238E27FC236}">
                <a16:creationId xmlns:a16="http://schemas.microsoft.com/office/drawing/2014/main" id="{75EB89BE-1988-4C8A-8B05-2BD7AAA1199C}"/>
              </a:ext>
            </a:extLst>
          </p:cNvPr>
          <p:cNvSpPr>
            <a:spLocks noGrp="1"/>
          </p:cNvSpPr>
          <p:nvPr/>
        </p:nvSpPr>
        <p:spPr>
          <a:xfrm>
            <a:off x="8138160" y="1280160"/>
            <a:ext cx="420624" cy="0"/>
          </a:xfrm>
          <a:prstGeom prst="line">
            <a:avLst/>
          </a:prstGeom>
          <a:noFill/>
          <a:ln w="17780">
            <a:solidFill>
              <a:srgbClr val="14233E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57" name="Shape 54">
            <a:extLst>
              <a:ext uri="{FF2B5EF4-FFF2-40B4-BE49-F238E27FC236}">
                <a16:creationId xmlns:a16="http://schemas.microsoft.com/office/drawing/2014/main" id="{6E1D1DE4-24C7-4A4B-B007-98A41BE41148}"/>
              </a:ext>
            </a:extLst>
          </p:cNvPr>
          <p:cNvSpPr>
            <a:spLocks noGrp="1"/>
          </p:cNvSpPr>
          <p:nvPr/>
        </p:nvSpPr>
        <p:spPr>
          <a:xfrm>
            <a:off x="8558784" y="914400"/>
            <a:ext cx="731520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3335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8" name="Shape 55">
            <a:extLst>
              <a:ext uri="{FF2B5EF4-FFF2-40B4-BE49-F238E27FC236}">
                <a16:creationId xmlns:a16="http://schemas.microsoft.com/office/drawing/2014/main" id="{AEBDFA78-A7FD-48B0-8657-9D3D7E40CDB1}"/>
              </a:ext>
            </a:extLst>
          </p:cNvPr>
          <p:cNvSpPr>
            <a:spLocks noGrp="1"/>
          </p:cNvSpPr>
          <p:nvPr/>
        </p:nvSpPr>
        <p:spPr>
          <a:xfrm>
            <a:off x="8719718" y="1074652"/>
            <a:ext cx="409651" cy="409651"/>
          </a:xfrm>
          <a:prstGeom prst="can">
            <a:avLst/>
          </a:prstGeom>
          <a:solidFill>
            <a:srgbClr val="14233E"/>
          </a:solidFill>
          <a:ln w="12700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Shape 56">
            <a:extLst>
              <a:ext uri="{FF2B5EF4-FFF2-40B4-BE49-F238E27FC236}">
                <a16:creationId xmlns:a16="http://schemas.microsoft.com/office/drawing/2014/main" id="{94091AB2-B43C-4EAF-A08C-472D76414B2A}"/>
              </a:ext>
            </a:extLst>
          </p:cNvPr>
          <p:cNvSpPr>
            <a:spLocks noGrp="1"/>
          </p:cNvSpPr>
          <p:nvPr/>
        </p:nvSpPr>
        <p:spPr>
          <a:xfrm>
            <a:off x="8785555" y="1250216"/>
            <a:ext cx="65837" cy="65837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0" name="Shape 57">
            <a:extLst>
              <a:ext uri="{FF2B5EF4-FFF2-40B4-BE49-F238E27FC236}">
                <a16:creationId xmlns:a16="http://schemas.microsoft.com/office/drawing/2014/main" id="{E75C337D-B31B-4FEB-93C1-F8347BFA44FF}"/>
              </a:ext>
            </a:extLst>
          </p:cNvPr>
          <p:cNvSpPr>
            <a:spLocks noGrp="1"/>
          </p:cNvSpPr>
          <p:nvPr/>
        </p:nvSpPr>
        <p:spPr>
          <a:xfrm>
            <a:off x="8884310" y="1250216"/>
            <a:ext cx="65837" cy="65837"/>
          </a:xfrm>
          <a:prstGeom prst="rect">
            <a:avLst/>
          </a:prstGeom>
          <a:solidFill>
            <a:srgbClr val="2476D2"/>
          </a:solidFill>
          <a:ln w="12700">
            <a:solidFill>
              <a:srgbClr val="2476D2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Shape 58">
            <a:extLst>
              <a:ext uri="{FF2B5EF4-FFF2-40B4-BE49-F238E27FC236}">
                <a16:creationId xmlns:a16="http://schemas.microsoft.com/office/drawing/2014/main" id="{A5A9D13A-0EC6-427E-BEFA-9EFDAFE814C0}"/>
              </a:ext>
            </a:extLst>
          </p:cNvPr>
          <p:cNvSpPr>
            <a:spLocks noGrp="1"/>
          </p:cNvSpPr>
          <p:nvPr/>
        </p:nvSpPr>
        <p:spPr>
          <a:xfrm>
            <a:off x="8983066" y="1250216"/>
            <a:ext cx="65837" cy="65837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2" name="Text 59">
            <a:extLst>
              <a:ext uri="{FF2B5EF4-FFF2-40B4-BE49-F238E27FC236}">
                <a16:creationId xmlns:a16="http://schemas.microsoft.com/office/drawing/2014/main" id="{708C7083-7E41-4DDC-9932-190B8B9918DE}"/>
              </a:ext>
            </a:extLst>
          </p:cNvPr>
          <p:cNvSpPr>
            <a:spLocks noGrp="1"/>
          </p:cNvSpPr>
          <p:nvPr/>
        </p:nvSpPr>
        <p:spPr>
          <a:xfrm>
            <a:off x="8203996" y="1674750"/>
            <a:ext cx="1426464" cy="18288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10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Encoding &amp; </a:t>
            </a:r>
            <a:r>
              <a:rPr lang="en-US" sz="110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S</a:t>
            </a:r>
            <a:r>
              <a:rPr sz="110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aving</a:t>
            </a:r>
            <a:endParaRPr sz="1100" dirty="0"/>
          </a:p>
        </p:txBody>
      </p:sp>
      <p:pic>
        <p:nvPicPr>
          <p:cNvPr id="166" name="Imag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74352" y="914400"/>
            <a:ext cx="731520" cy="731520"/>
          </a:xfrm>
          <a:prstGeom prst="rect">
            <a:avLst/>
          </a:prstGeom>
        </p:spPr>
      </p:pic>
      <p:sp>
        <p:nvSpPr>
          <p:cNvPr id="65" name="Text 61">
            <a:extLst>
              <a:ext uri="{FF2B5EF4-FFF2-40B4-BE49-F238E27FC236}">
                <a16:creationId xmlns:a16="http://schemas.microsoft.com/office/drawing/2014/main" id="{62A020AE-C8BA-474F-BF80-2290D36F4F51}"/>
              </a:ext>
            </a:extLst>
          </p:cNvPr>
          <p:cNvSpPr>
            <a:spLocks noGrp="1"/>
          </p:cNvSpPr>
          <p:nvPr/>
        </p:nvSpPr>
        <p:spPr>
          <a:xfrm>
            <a:off x="9637776" y="1678022"/>
            <a:ext cx="877824" cy="18288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10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Draft image</a:t>
            </a:r>
            <a:endParaRPr sz="1100" dirty="0"/>
          </a:p>
        </p:txBody>
      </p:sp>
      <p:sp>
        <p:nvSpPr>
          <p:cNvPr id="91" name="Text 85">
            <a:extLst>
              <a:ext uri="{FF2B5EF4-FFF2-40B4-BE49-F238E27FC236}">
                <a16:creationId xmlns:a16="http://schemas.microsoft.com/office/drawing/2014/main" id="{A2A67D77-2F58-4C17-8A51-A5AC170E15B9}"/>
              </a:ext>
            </a:extLst>
          </p:cNvPr>
          <p:cNvSpPr>
            <a:spLocks noGrp="1"/>
          </p:cNvSpPr>
          <p:nvPr/>
        </p:nvSpPr>
        <p:spPr>
          <a:xfrm>
            <a:off x="7618780" y="2294724"/>
            <a:ext cx="1298448" cy="18288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r">
              <a:buNone/>
              <a:defRPr sz="1200" b="0">
                <a:solidFill>
                  <a:srgbClr val="2476D2"/>
                </a:solidFill>
                <a:latin typeface="Arial"/>
                <a:ea typeface="Arial"/>
                <a:cs typeface="Arial"/>
              </a:defRPr>
            </a:pPr>
            <a:r>
              <a:rPr sz="1200" b="1" dirty="0" err="1">
                <a:solidFill>
                  <a:srgbClr val="2476D2"/>
                </a:solidFill>
                <a:latin typeface="Arial"/>
                <a:ea typeface="Arial"/>
                <a:cs typeface="Arial"/>
              </a:rPr>
              <a:t>decideAdmission</a:t>
            </a:r>
            <a:endParaRPr sz="1200" b="1" dirty="0"/>
          </a:p>
        </p:txBody>
      </p:sp>
      <p:sp>
        <p:nvSpPr>
          <p:cNvPr id="96" name="Text 90">
            <a:extLst>
              <a:ext uri="{FF2B5EF4-FFF2-40B4-BE49-F238E27FC236}">
                <a16:creationId xmlns:a16="http://schemas.microsoft.com/office/drawing/2014/main" id="{C80CE1AA-C4F7-4A64-A8C3-A6985132A253}"/>
              </a:ext>
            </a:extLst>
          </p:cNvPr>
          <p:cNvSpPr>
            <a:spLocks noGrp="1"/>
          </p:cNvSpPr>
          <p:nvPr/>
        </p:nvSpPr>
        <p:spPr>
          <a:xfrm>
            <a:off x="6238601" y="1819025"/>
            <a:ext cx="1005840" cy="18288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l">
              <a:buNone/>
              <a:defRPr sz="1200" b="0">
                <a:solidFill>
                  <a:srgbClr val="2476D2"/>
                </a:solidFill>
                <a:latin typeface="Arial"/>
                <a:ea typeface="Arial"/>
                <a:cs typeface="Arial"/>
              </a:defRPr>
            </a:pPr>
            <a:r>
              <a:rPr sz="1200" b="1" dirty="0">
                <a:solidFill>
                  <a:srgbClr val="2476D2"/>
                </a:solidFill>
                <a:latin typeface="Arial"/>
                <a:ea typeface="Arial"/>
                <a:cs typeface="Arial"/>
              </a:rPr>
              <a:t>admit </a:t>
            </a:r>
            <a:r>
              <a:rPr lang="en-US" sz="1200" b="1" dirty="0">
                <a:solidFill>
                  <a:srgbClr val="2476D2"/>
                </a:solidFill>
                <a:latin typeface="Arial"/>
                <a:ea typeface="Arial"/>
                <a:cs typeface="Arial"/>
              </a:rPr>
              <a:t>/ </a:t>
            </a:r>
            <a:r>
              <a:rPr sz="1200" b="1" dirty="0">
                <a:solidFill>
                  <a:srgbClr val="2476D2"/>
                </a:solidFill>
                <a:latin typeface="Arial"/>
                <a:ea typeface="Arial"/>
                <a:cs typeface="Arial"/>
              </a:rPr>
              <a:t>skip</a:t>
            </a:r>
            <a:endParaRPr sz="1200" b="1" dirty="0"/>
          </a:p>
        </p:txBody>
      </p:sp>
      <p:sp>
        <p:nvSpPr>
          <p:cNvPr id="66" name="Shape 62">
            <a:extLst>
              <a:ext uri="{FF2B5EF4-FFF2-40B4-BE49-F238E27FC236}">
                <a16:creationId xmlns:a16="http://schemas.microsoft.com/office/drawing/2014/main" id="{00497630-EB6D-4879-B4D6-1889AA7AB29E}"/>
              </a:ext>
            </a:extLst>
          </p:cNvPr>
          <p:cNvSpPr>
            <a:spLocks noGrp="1"/>
          </p:cNvSpPr>
          <p:nvPr/>
        </p:nvSpPr>
        <p:spPr>
          <a:xfrm>
            <a:off x="585216" y="2887581"/>
            <a:ext cx="3163824" cy="548640"/>
          </a:xfrm>
          <a:prstGeom prst="roundRect">
            <a:avLst>
              <a:gd name="adj" fmla="val 9167"/>
            </a:avLst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rgbClr val="E56E2E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169" name="Image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7682" y="2951589"/>
            <a:ext cx="420624" cy="420624"/>
          </a:xfrm>
          <a:prstGeom prst="rect">
            <a:avLst/>
          </a:prstGeom>
        </p:spPr>
      </p:pic>
      <p:sp>
        <p:nvSpPr>
          <p:cNvPr id="68" name="Text 63">
            <a:extLst>
              <a:ext uri="{FF2B5EF4-FFF2-40B4-BE49-F238E27FC236}">
                <a16:creationId xmlns:a16="http://schemas.microsoft.com/office/drawing/2014/main" id="{ACAB98B4-61C9-4CA7-BC9F-83F248925EEB}"/>
              </a:ext>
            </a:extLst>
          </p:cNvPr>
          <p:cNvSpPr>
            <a:spLocks noGrp="1"/>
          </p:cNvSpPr>
          <p:nvPr/>
        </p:nvSpPr>
        <p:spPr>
          <a:xfrm>
            <a:off x="1418873" y="2960335"/>
            <a:ext cx="2048875" cy="41195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none" lIns="0" tIns="0" rIns="0" bIns="0" anchor="ctr"/>
          <a:lstStyle/>
          <a:p>
            <a:pPr marL="0" indent="0" algn="l">
              <a:buNone/>
              <a:defRPr sz="1200" b="1">
                <a:solidFill>
                  <a:srgbClr val="14233E"/>
                </a:solidFill>
                <a:latin typeface="Arial"/>
                <a:ea typeface="Arial"/>
                <a:cs typeface="Arial"/>
              </a:defRPr>
            </a:pPr>
            <a:r>
              <a:rPr sz="1200" b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Capture-Availability Pacing</a:t>
            </a:r>
            <a:endParaRPr sz="1200" dirty="0"/>
          </a:p>
        </p:txBody>
      </p:sp>
      <p:sp>
        <p:nvSpPr>
          <p:cNvPr id="70" name="Shape 65">
            <a:extLst>
              <a:ext uri="{FF2B5EF4-FFF2-40B4-BE49-F238E27FC236}">
                <a16:creationId xmlns:a16="http://schemas.microsoft.com/office/drawing/2014/main" id="{A3A41496-6450-41F0-9147-37F62F38D44C}"/>
              </a:ext>
            </a:extLst>
          </p:cNvPr>
          <p:cNvSpPr>
            <a:spLocks noGrp="1"/>
          </p:cNvSpPr>
          <p:nvPr/>
        </p:nvSpPr>
        <p:spPr>
          <a:xfrm>
            <a:off x="7178040" y="2887581"/>
            <a:ext cx="3209544" cy="548640"/>
          </a:xfrm>
          <a:prstGeom prst="roundRect">
            <a:avLst>
              <a:gd name="adj" fmla="val 9167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2476D2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172" name="Image 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59650" y="2951589"/>
            <a:ext cx="420624" cy="420624"/>
          </a:xfrm>
          <a:prstGeom prst="rect">
            <a:avLst/>
          </a:prstGeom>
        </p:spPr>
      </p:pic>
      <p:sp>
        <p:nvSpPr>
          <p:cNvPr id="72" name="Text 66">
            <a:extLst>
              <a:ext uri="{FF2B5EF4-FFF2-40B4-BE49-F238E27FC236}">
                <a16:creationId xmlns:a16="http://schemas.microsoft.com/office/drawing/2014/main" id="{7EEFA6E6-ED72-44E3-B172-E22FF6B09014}"/>
              </a:ext>
            </a:extLst>
          </p:cNvPr>
          <p:cNvSpPr>
            <a:spLocks noGrp="1"/>
          </p:cNvSpPr>
          <p:nvPr/>
        </p:nvSpPr>
        <p:spPr>
          <a:xfrm>
            <a:off x="7845552" y="2930170"/>
            <a:ext cx="2194560" cy="46548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none" lIns="0" tIns="0" rIns="0" bIns="0" anchor="ctr"/>
          <a:lstStyle/>
          <a:p>
            <a:pPr marL="0" indent="0" algn="l">
              <a:buNone/>
              <a:defRPr sz="1200" b="1">
                <a:solidFill>
                  <a:srgbClr val="14233E"/>
                </a:solidFill>
                <a:latin typeface="Arial"/>
                <a:ea typeface="Arial"/>
                <a:cs typeface="Arial"/>
              </a:defRPr>
            </a:pPr>
            <a:r>
              <a:rPr sz="1200" b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Remaining-Sequence Admission</a:t>
            </a:r>
            <a:endParaRPr sz="1200" dirty="0"/>
          </a:p>
        </p:txBody>
      </p:sp>
      <p:sp>
        <p:nvSpPr>
          <p:cNvPr id="74" name="Shape 68">
            <a:extLst>
              <a:ext uri="{FF2B5EF4-FFF2-40B4-BE49-F238E27FC236}">
                <a16:creationId xmlns:a16="http://schemas.microsoft.com/office/drawing/2014/main" id="{E7AA4324-B61A-4029-B927-8B296342B296}"/>
              </a:ext>
            </a:extLst>
          </p:cNvPr>
          <p:cNvSpPr>
            <a:spLocks noGrp="1"/>
          </p:cNvSpPr>
          <p:nvPr/>
        </p:nvSpPr>
        <p:spPr>
          <a:xfrm>
            <a:off x="4071085" y="2887581"/>
            <a:ext cx="2789491" cy="548640"/>
          </a:xfrm>
          <a:prstGeom prst="roundRect">
            <a:avLst>
              <a:gd name="adj" fmla="val 10000"/>
            </a:avLst>
          </a:prstGeom>
          <a:solidFill>
            <a:schemeClr val="bg1">
              <a:lumMod val="95000"/>
            </a:schemeClr>
          </a:solidFill>
          <a:ln w="19050">
            <a:solidFill>
              <a:srgbClr val="526477"/>
            </a:solidFill>
            <a:prstDash val="solid"/>
          </a:ln>
        </p:spPr>
        <p:txBody>
          <a:bodyPr/>
          <a:lstStyle/>
          <a:p>
            <a:endParaRPr b="1"/>
          </a:p>
        </p:txBody>
      </p:sp>
      <p:sp>
        <p:nvSpPr>
          <p:cNvPr id="75" name="Shape 69">
            <a:extLst>
              <a:ext uri="{FF2B5EF4-FFF2-40B4-BE49-F238E27FC236}">
                <a16:creationId xmlns:a16="http://schemas.microsoft.com/office/drawing/2014/main" id="{E19EFAAB-3134-4002-994B-AC5220FE31C6}"/>
              </a:ext>
            </a:extLst>
          </p:cNvPr>
          <p:cNvSpPr>
            <a:spLocks noGrp="1"/>
          </p:cNvSpPr>
          <p:nvPr/>
        </p:nvSpPr>
        <p:spPr>
          <a:xfrm>
            <a:off x="4240281" y="3021725"/>
            <a:ext cx="305753" cy="305753"/>
          </a:xfrm>
          <a:prstGeom prst="ellipse">
            <a:avLst/>
          </a:prstGeom>
          <a:solidFill>
            <a:srgbClr val="FFFFFF"/>
          </a:solidFill>
          <a:ln w="15240">
            <a:solidFill>
              <a:srgbClr val="14233E"/>
            </a:solidFill>
            <a:prstDash val="solid"/>
          </a:ln>
        </p:spPr>
        <p:txBody>
          <a:bodyPr/>
          <a:lstStyle/>
          <a:p>
            <a:endParaRPr b="1"/>
          </a:p>
        </p:txBody>
      </p:sp>
      <p:sp>
        <p:nvSpPr>
          <p:cNvPr id="76" name="Shape 70">
            <a:extLst>
              <a:ext uri="{FF2B5EF4-FFF2-40B4-BE49-F238E27FC236}">
                <a16:creationId xmlns:a16="http://schemas.microsoft.com/office/drawing/2014/main" id="{9D356B60-9495-41FD-AECF-A2FF55BAA484}"/>
              </a:ext>
            </a:extLst>
          </p:cNvPr>
          <p:cNvSpPr>
            <a:spLocks noGrp="1"/>
          </p:cNvSpPr>
          <p:nvPr/>
        </p:nvSpPr>
        <p:spPr>
          <a:xfrm flipH="1" flipV="1">
            <a:off x="4273999" y="3105831"/>
            <a:ext cx="31814" cy="18383"/>
          </a:xfrm>
          <a:prstGeom prst="line">
            <a:avLst/>
          </a:prstGeom>
          <a:noFill/>
          <a:ln w="14605">
            <a:solidFill>
              <a:srgbClr val="526477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77" name="Shape 71">
            <a:extLst>
              <a:ext uri="{FF2B5EF4-FFF2-40B4-BE49-F238E27FC236}">
                <a16:creationId xmlns:a16="http://schemas.microsoft.com/office/drawing/2014/main" id="{C51CDBDD-D721-4F85-8D95-7598BB296CCE}"/>
              </a:ext>
            </a:extLst>
          </p:cNvPr>
          <p:cNvSpPr>
            <a:spLocks noGrp="1"/>
          </p:cNvSpPr>
          <p:nvPr/>
        </p:nvSpPr>
        <p:spPr>
          <a:xfrm flipV="1">
            <a:off x="4393157" y="3036965"/>
            <a:ext cx="0" cy="36671"/>
          </a:xfrm>
          <a:prstGeom prst="line">
            <a:avLst/>
          </a:prstGeom>
          <a:noFill/>
          <a:ln w="14605">
            <a:solidFill>
              <a:srgbClr val="526477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78" name="Shape 72">
            <a:extLst>
              <a:ext uri="{FF2B5EF4-FFF2-40B4-BE49-F238E27FC236}">
                <a16:creationId xmlns:a16="http://schemas.microsoft.com/office/drawing/2014/main" id="{4AE8A0BE-0D28-461D-9ED7-4C8A9EAF199B}"/>
              </a:ext>
            </a:extLst>
          </p:cNvPr>
          <p:cNvSpPr>
            <a:spLocks noGrp="1"/>
          </p:cNvSpPr>
          <p:nvPr/>
        </p:nvSpPr>
        <p:spPr>
          <a:xfrm flipV="1">
            <a:off x="4480501" y="3105831"/>
            <a:ext cx="31814" cy="18383"/>
          </a:xfrm>
          <a:prstGeom prst="line">
            <a:avLst/>
          </a:prstGeom>
          <a:noFill/>
          <a:ln w="14605">
            <a:solidFill>
              <a:srgbClr val="526477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79" name="Shape 73">
            <a:extLst>
              <a:ext uri="{FF2B5EF4-FFF2-40B4-BE49-F238E27FC236}">
                <a16:creationId xmlns:a16="http://schemas.microsoft.com/office/drawing/2014/main" id="{276721E1-B9BC-4B9A-841C-25A32BBC1977}"/>
              </a:ext>
            </a:extLst>
          </p:cNvPr>
          <p:cNvSpPr>
            <a:spLocks noGrp="1"/>
          </p:cNvSpPr>
          <p:nvPr/>
        </p:nvSpPr>
        <p:spPr>
          <a:xfrm flipV="1">
            <a:off x="4393157" y="3078684"/>
            <a:ext cx="59912" cy="95917"/>
          </a:xfrm>
          <a:prstGeom prst="line">
            <a:avLst/>
          </a:prstGeom>
          <a:noFill/>
          <a:ln w="21590">
            <a:solidFill>
              <a:srgbClr val="E56E2E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80" name="Shape 74">
            <a:extLst>
              <a:ext uri="{FF2B5EF4-FFF2-40B4-BE49-F238E27FC236}">
                <a16:creationId xmlns:a16="http://schemas.microsoft.com/office/drawing/2014/main" id="{762EE28F-0A8C-4ED2-8384-BE606D7BDE53}"/>
              </a:ext>
            </a:extLst>
          </p:cNvPr>
          <p:cNvSpPr>
            <a:spLocks noGrp="1"/>
          </p:cNvSpPr>
          <p:nvPr/>
        </p:nvSpPr>
        <p:spPr>
          <a:xfrm>
            <a:off x="4374012" y="3155456"/>
            <a:ext cx="38195" cy="38195"/>
          </a:xfrm>
          <a:prstGeom prst="ellipse">
            <a:avLst/>
          </a:prstGeom>
          <a:solidFill>
            <a:srgbClr val="14233E"/>
          </a:solidFill>
          <a:ln w="6350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1" name="Text 75">
            <a:extLst>
              <a:ext uri="{FF2B5EF4-FFF2-40B4-BE49-F238E27FC236}">
                <a16:creationId xmlns:a16="http://schemas.microsoft.com/office/drawing/2014/main" id="{87B742BD-17F5-407C-8817-54D1700DA587}"/>
              </a:ext>
            </a:extLst>
          </p:cNvPr>
          <p:cNvSpPr>
            <a:spLocks noGrp="1"/>
          </p:cNvSpPr>
          <p:nvPr/>
        </p:nvSpPr>
        <p:spPr>
          <a:xfrm>
            <a:off x="4710622" y="2900281"/>
            <a:ext cx="2030645" cy="54864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l">
              <a:buNone/>
              <a:defRPr sz="1200" b="1">
                <a:solidFill>
                  <a:srgbClr val="14233E"/>
                </a:solidFill>
                <a:latin typeface="Arial"/>
                <a:ea typeface="Arial"/>
                <a:cs typeface="Arial"/>
              </a:defRPr>
            </a:pPr>
            <a:r>
              <a:rPr sz="1200" b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Workload Model &amp; </a:t>
            </a:r>
            <a:endParaRPr lang="en-US" sz="1200" b="1" dirty="0">
              <a:solidFill>
                <a:srgbClr val="14233E"/>
              </a:solidFill>
              <a:latin typeface="Arial"/>
              <a:ea typeface="Arial"/>
              <a:cs typeface="Arial"/>
            </a:endParaRPr>
          </a:p>
          <a:p>
            <a:pPr marL="0" indent="0" algn="l">
              <a:buNone/>
              <a:defRPr sz="1200" b="1">
                <a:solidFill>
                  <a:srgbClr val="14233E"/>
                </a:solidFill>
                <a:latin typeface="Arial"/>
                <a:ea typeface="Arial"/>
                <a:cs typeface="Arial"/>
              </a:defRPr>
            </a:pPr>
            <a:r>
              <a:rPr sz="1200" b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Online</a:t>
            </a:r>
            <a:r>
              <a:rPr lang="en-US" sz="1200" b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 </a:t>
            </a:r>
            <a:r>
              <a:rPr sz="1200" b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Duration Estimates</a:t>
            </a:r>
            <a:endParaRPr sz="1200" b="1" dirty="0"/>
          </a:p>
        </p:txBody>
      </p:sp>
      <p:sp>
        <p:nvSpPr>
          <p:cNvPr id="82" name="Shape 76">
            <a:extLst>
              <a:ext uri="{FF2B5EF4-FFF2-40B4-BE49-F238E27FC236}">
                <a16:creationId xmlns:a16="http://schemas.microsoft.com/office/drawing/2014/main" id="{39A6D061-8885-4CA1-B69E-F47F8612DD79}"/>
              </a:ext>
            </a:extLst>
          </p:cNvPr>
          <p:cNvSpPr>
            <a:spLocks noGrp="1"/>
          </p:cNvSpPr>
          <p:nvPr/>
        </p:nvSpPr>
        <p:spPr>
          <a:xfrm flipH="1">
            <a:off x="3758803" y="3161901"/>
            <a:ext cx="303610" cy="0"/>
          </a:xfrm>
          <a:prstGeom prst="line">
            <a:avLst/>
          </a:prstGeom>
          <a:noFill/>
          <a:ln w="17812">
            <a:solidFill>
              <a:srgbClr val="E56E2E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83" name="Shape 77">
            <a:extLst>
              <a:ext uri="{FF2B5EF4-FFF2-40B4-BE49-F238E27FC236}">
                <a16:creationId xmlns:a16="http://schemas.microsoft.com/office/drawing/2014/main" id="{24DDDDE4-C122-401B-9D64-D61825E752E4}"/>
              </a:ext>
            </a:extLst>
          </p:cNvPr>
          <p:cNvSpPr>
            <a:spLocks noGrp="1"/>
          </p:cNvSpPr>
          <p:nvPr/>
        </p:nvSpPr>
        <p:spPr>
          <a:xfrm>
            <a:off x="6871096" y="3161901"/>
            <a:ext cx="306943" cy="0"/>
          </a:xfrm>
          <a:prstGeom prst="line">
            <a:avLst/>
          </a:prstGeom>
          <a:noFill/>
          <a:ln w="17812">
            <a:solidFill>
              <a:srgbClr val="2476D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6" name="Shape 24">
            <a:extLst>
              <a:ext uri="{FF2B5EF4-FFF2-40B4-BE49-F238E27FC236}">
                <a16:creationId xmlns:a16="http://schemas.microsoft.com/office/drawing/2014/main" id="{62B1F7E9-48DA-4FDA-B273-A782E2264C82}"/>
              </a:ext>
            </a:extLst>
          </p:cNvPr>
          <p:cNvSpPr>
            <a:spLocks noGrp="1"/>
          </p:cNvSpPr>
          <p:nvPr/>
        </p:nvSpPr>
        <p:spPr>
          <a:xfrm>
            <a:off x="713232" y="1106424"/>
            <a:ext cx="1298448" cy="347472"/>
          </a:xfrm>
          <a:prstGeom prst="roundRect">
            <a:avLst>
              <a:gd name="adj" fmla="val 11842"/>
            </a:avLst>
          </a:prstGeom>
          <a:solidFill>
            <a:srgbClr val="FFFFFF"/>
          </a:solidFill>
          <a:ln w="13335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F0782EA0-3A30-4A8C-B558-3E7EC47424B0}"/>
              </a:ext>
            </a:extLst>
          </p:cNvPr>
          <p:cNvSpPr>
            <a:spLocks noGrp="1"/>
          </p:cNvSpPr>
          <p:nvPr/>
        </p:nvSpPr>
        <p:spPr>
          <a:xfrm>
            <a:off x="713232" y="1106424"/>
            <a:ext cx="1298448" cy="34747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25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Capture </a:t>
            </a:r>
            <a:r>
              <a:rPr sz="1250" i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i</a:t>
            </a:r>
            <a:r>
              <a:rPr sz="125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+1</a:t>
            </a:r>
            <a:endParaRPr sz="1250" dirty="0"/>
          </a:p>
        </p:txBody>
      </p:sp>
      <p:sp>
        <p:nvSpPr>
          <p:cNvPr id="35" name="Text 79">
            <a:extLst>
              <a:ext uri="{FF2B5EF4-FFF2-40B4-BE49-F238E27FC236}">
                <a16:creationId xmlns:a16="http://schemas.microsoft.com/office/drawing/2014/main" id="{4BD2856C-A303-64BA-B761-DAF554822C97}"/>
              </a:ext>
            </a:extLst>
          </p:cNvPr>
          <p:cNvSpPr>
            <a:spLocks noGrp="1"/>
          </p:cNvSpPr>
          <p:nvPr/>
        </p:nvSpPr>
        <p:spPr>
          <a:xfrm>
            <a:off x="1162204" y="2277516"/>
            <a:ext cx="893368" cy="228183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>
              <a:defRPr sz="1200" b="0">
                <a:solidFill>
                  <a:srgbClr val="E56E2E"/>
                </a:solidFill>
                <a:latin typeface="Arial"/>
                <a:ea typeface="Arial"/>
                <a:cs typeface="Arial"/>
              </a:defRPr>
            </a:pPr>
            <a:r>
              <a:rPr lang="en-US" altLang="ko-KR" sz="1200" b="1" dirty="0" err="1">
                <a:solidFill>
                  <a:srgbClr val="E56E2E"/>
                </a:solidFill>
                <a:latin typeface="Arial"/>
                <a:ea typeface="Arial"/>
                <a:cs typeface="Arial"/>
              </a:rPr>
              <a:t>decideDelay</a:t>
            </a:r>
            <a:endParaRPr sz="1200" b="1" dirty="0"/>
          </a:p>
        </p:txBody>
      </p:sp>
      <p:cxnSp>
        <p:nvCxnSpPr>
          <p:cNvPr id="64" name="연결선: 꺾임 63">
            <a:extLst>
              <a:ext uri="{FF2B5EF4-FFF2-40B4-BE49-F238E27FC236}">
                <a16:creationId xmlns:a16="http://schemas.microsoft.com/office/drawing/2014/main" id="{73CCA119-602A-4AC3-40E9-A4984D8D807D}"/>
              </a:ext>
            </a:extLst>
          </p:cNvPr>
          <p:cNvCxnSpPr>
            <a:cxnSpLocks/>
          </p:cNvCxnSpPr>
          <p:nvPr/>
        </p:nvCxnSpPr>
        <p:spPr>
          <a:xfrm rot="16200000" flipH="1">
            <a:off x="7671092" y="1264476"/>
            <a:ext cx="828000" cy="1856232"/>
          </a:xfrm>
          <a:prstGeom prst="bentConnector3">
            <a:avLst>
              <a:gd name="adj1" fmla="val 55774"/>
            </a:avLst>
          </a:prstGeom>
          <a:ln w="28575">
            <a:solidFill>
              <a:srgbClr val="2476D2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연결선: 꺾임 91">
            <a:extLst>
              <a:ext uri="{FF2B5EF4-FFF2-40B4-BE49-F238E27FC236}">
                <a16:creationId xmlns:a16="http://schemas.microsoft.com/office/drawing/2014/main" id="{6BBAD103-D964-E007-B3A5-382DA5182861}"/>
              </a:ext>
            </a:extLst>
          </p:cNvPr>
          <p:cNvCxnSpPr>
            <a:stCxn id="166" idx="3"/>
            <a:endCxn id="69" idx="3"/>
          </p:cNvCxnSpPr>
          <p:nvPr/>
        </p:nvCxnSpPr>
        <p:spPr>
          <a:xfrm>
            <a:off x="10405872" y="1280160"/>
            <a:ext cx="209741" cy="1831924"/>
          </a:xfrm>
          <a:prstGeom prst="bentConnector3">
            <a:avLst>
              <a:gd name="adj1" fmla="val 208992"/>
            </a:avLst>
          </a:prstGeom>
          <a:ln w="19050">
            <a:solidFill>
              <a:srgbClr val="14233E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Shape 60">
            <a:extLst>
              <a:ext uri="{FF2B5EF4-FFF2-40B4-BE49-F238E27FC236}">
                <a16:creationId xmlns:a16="http://schemas.microsoft.com/office/drawing/2014/main" id="{6F4705AF-13F2-4A17-8D7C-94F49A805398}"/>
              </a:ext>
            </a:extLst>
          </p:cNvPr>
          <p:cNvSpPr>
            <a:spLocks noGrp="1"/>
          </p:cNvSpPr>
          <p:nvPr/>
        </p:nvSpPr>
        <p:spPr>
          <a:xfrm>
            <a:off x="9290304" y="1280160"/>
            <a:ext cx="420434" cy="0"/>
          </a:xfrm>
          <a:prstGeom prst="line">
            <a:avLst/>
          </a:prstGeom>
          <a:noFill/>
          <a:ln w="17780">
            <a:solidFill>
              <a:srgbClr val="14233E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7" name="Shape 44">
            <a:extLst>
              <a:ext uri="{FF2B5EF4-FFF2-40B4-BE49-F238E27FC236}">
                <a16:creationId xmlns:a16="http://schemas.microsoft.com/office/drawing/2014/main" id="{28FF3AE0-410E-976A-7F87-F33191C42FAA}"/>
              </a:ext>
            </a:extLst>
          </p:cNvPr>
          <p:cNvSpPr>
            <a:spLocks noGrp="1"/>
          </p:cNvSpPr>
          <p:nvPr/>
        </p:nvSpPr>
        <p:spPr>
          <a:xfrm>
            <a:off x="6251956" y="914400"/>
            <a:ext cx="731520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3335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20" name="그림 19" descr="The image depicts a neatly aligned stack of documents or papers with a star-like pattern on the corner.&#10;&#10;AI 생성 콘텐츠는 정확하지 않을 수 있습니다.">
            <a:extLst>
              <a:ext uri="{FF2B5EF4-FFF2-40B4-BE49-F238E27FC236}">
                <a16:creationId xmlns:a16="http://schemas.microsoft.com/office/drawing/2014/main" id="{33AF534F-7179-3D27-FA33-B9A95E12048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27648" y="964535"/>
            <a:ext cx="611677" cy="631250"/>
          </a:xfrm>
          <a:prstGeom prst="rect">
            <a:avLst/>
          </a:prstGeom>
        </p:spPr>
      </p:pic>
      <p:cxnSp>
        <p:nvCxnSpPr>
          <p:cNvPr id="45" name="연결선: 꺾임 44">
            <a:extLst>
              <a:ext uri="{FF2B5EF4-FFF2-40B4-BE49-F238E27FC236}">
                <a16:creationId xmlns:a16="http://schemas.microsoft.com/office/drawing/2014/main" id="{60697950-925C-2C91-25DB-2C475ED11288}"/>
              </a:ext>
            </a:extLst>
          </p:cNvPr>
          <p:cNvCxnSpPr>
            <a:cxnSpLocks/>
          </p:cNvCxnSpPr>
          <p:nvPr/>
        </p:nvCxnSpPr>
        <p:spPr>
          <a:xfrm rot="16200000" flipH="1">
            <a:off x="882830" y="1382384"/>
            <a:ext cx="1141200" cy="1299380"/>
          </a:xfrm>
          <a:prstGeom prst="bentConnector3">
            <a:avLst>
              <a:gd name="adj1" fmla="val 70046"/>
            </a:avLst>
          </a:prstGeom>
          <a:ln w="28575">
            <a:solidFill>
              <a:srgbClr val="E56E2E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TextBox 86">
            <a:extLst>
              <a:ext uri="{FF2B5EF4-FFF2-40B4-BE49-F238E27FC236}">
                <a16:creationId xmlns:a16="http://schemas.microsoft.com/office/drawing/2014/main" id="{5CBA071C-55F6-F75A-EC0C-D9F2CFA45B5D}"/>
              </a:ext>
            </a:extLst>
          </p:cNvPr>
          <p:cNvSpPr txBox="1"/>
          <p:nvPr/>
        </p:nvSpPr>
        <p:spPr>
          <a:xfrm>
            <a:off x="237744" y="1507420"/>
            <a:ext cx="58521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E56E2E"/>
                </a:solidFill>
                <a:latin typeface="Arial"/>
                <a:ea typeface="Arial"/>
                <a:cs typeface="Arial"/>
              </a:defRPr>
            </a:pPr>
            <a:r>
              <a:rPr lang="en-US" altLang="ko-KR" sz="1200" b="1" dirty="0">
                <a:solidFill>
                  <a:srgbClr val="E56E2E"/>
                </a:solidFill>
                <a:latin typeface="Arial"/>
                <a:ea typeface="Arial"/>
                <a:cs typeface="Arial"/>
              </a:rPr>
              <a:t>delay</a:t>
            </a:r>
            <a:endParaRPr lang="en-US" altLang="ko-KR" sz="1200" b="1" dirty="0"/>
          </a:p>
        </p:txBody>
      </p:sp>
      <p:pic>
        <p:nvPicPr>
          <p:cNvPr id="99" name="그림 98" descr="The image shows a person holding a phone.&#10;&#10;AI 생성 콘텐츠는 정확하지 않을 수 있습니다.">
            <a:extLst>
              <a:ext uri="{FF2B5EF4-FFF2-40B4-BE49-F238E27FC236}">
                <a16:creationId xmlns:a16="http://schemas.microsoft.com/office/drawing/2014/main" id="{F88B6A14-0E32-23E2-9BE2-3C365B323A0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77044" y="1682549"/>
            <a:ext cx="173346" cy="173346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C87D5440-3246-10D5-F543-8195B4DF01C5}"/>
              </a:ext>
            </a:extLst>
          </p:cNvPr>
          <p:cNvSpPr txBox="1"/>
          <p:nvPr/>
        </p:nvSpPr>
        <p:spPr>
          <a:xfrm>
            <a:off x="3024836" y="679734"/>
            <a:ext cx="67037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100" dirty="0"/>
              <a:t>i</a:t>
            </a:r>
            <a:r>
              <a:rPr lang="en-US" altLang="ko-KR" sz="1100"/>
              <a:t>n-order</a:t>
            </a:r>
            <a:endParaRPr lang="ko-KR" altLang="en-US" sz="1100" dirty="0"/>
          </a:p>
        </p:txBody>
      </p:sp>
      <p:pic>
        <p:nvPicPr>
          <p:cNvPr id="71" name="그림 70">
            <a:extLst>
              <a:ext uri="{FF2B5EF4-FFF2-40B4-BE49-F238E27FC236}">
                <a16:creationId xmlns:a16="http://schemas.microsoft.com/office/drawing/2014/main" id="{EDA7DBC2-B2B5-6BEB-170A-B38B35156113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790104" y="1958143"/>
            <a:ext cx="1099829" cy="7332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80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45</TotalTime>
  <Words>57</Words>
  <Application>Microsoft Office PowerPoint</Application>
  <DocSecurity>0</DocSecurity>
  <PresentationFormat>사용자 지정</PresentationFormat>
  <Paragraphs>22</Paragraphs>
  <Slides>1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1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3" baseType="lpstr">
      <vt:lpstr>Arial</vt:lpstr>
      <vt:lpstr>Office Theme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Eunki Song</cp:lastModifiedBy>
  <cp:revision>23</cp:revision>
  <dcterms:created xsi:type="dcterms:W3CDTF">2026-08-11T11:18:04Z</dcterms:created>
  <dcterms:modified xsi:type="dcterms:W3CDTF">2026-08-21T07:22:14Z</dcterms:modified>
</cp:coreProperties>
</file>