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28851" y="2282279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59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32</cp:revision>
  <dcterms:created xsi:type="dcterms:W3CDTF">2026-08-11T11:18:04Z</dcterms:created>
  <dcterms:modified xsi:type="dcterms:W3CDTF">2026-08-25T02:26:29Z</dcterms:modified>
</cp:coreProperties>
</file>