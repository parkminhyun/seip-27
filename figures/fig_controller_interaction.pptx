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233E"/>
    <a:srgbClr val="E56E2E"/>
    <a:srgbClr val="247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>
        <p:scale>
          <a:sx n="75" d="100"/>
          <a:sy n="75" d="100"/>
        </p:scale>
        <p:origin x="918" y="9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526477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0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image processing</a:t>
            </a:r>
            <a:endParaRPr sz="120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9487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saving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309360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dirty="0"/>
          </a:p>
        </p:txBody>
      </p:sp>
      <p:sp>
        <p:nvSpPr>
          <p:cNvPr id="101" name="Text 95">
            <a:extLst>
              <a:ext uri="{FF2B5EF4-FFF2-40B4-BE49-F238E27FC236}">
                <a16:creationId xmlns:a16="http://schemas.microsoft.com/office/drawing/2014/main" id="{5D664695-A050-4AC3-B595-6806176731DD}"/>
              </a:ext>
            </a:extLst>
          </p:cNvPr>
          <p:cNvSpPr>
            <a:spLocks noGrp="1"/>
          </p:cNvSpPr>
          <p:nvPr/>
        </p:nvSpPr>
        <p:spPr>
          <a:xfrm>
            <a:off x="9381744" y="2143646"/>
            <a:ext cx="1389888" cy="370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measured</a:t>
            </a:r>
          </a:p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duration</a:t>
            </a:r>
            <a:endParaRPr sz="1200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62204" y="2272073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19050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19050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74320" y="1507420"/>
            <a:ext cx="548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58</Words>
  <Application>Microsoft Office PowerPoint</Application>
  <DocSecurity>0</DocSecurity>
  <PresentationFormat>사용자 지정</PresentationFormat>
  <Paragraphs>23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13</cp:revision>
  <dcterms:created xsi:type="dcterms:W3CDTF">2026-08-11T11:18:04Z</dcterms:created>
  <dcterms:modified xsi:type="dcterms:W3CDTF">2026-08-12T01:52:08Z</dcterms:modified>
</cp:coreProperties>
</file>